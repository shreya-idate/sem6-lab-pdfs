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76" r:id="rId1"/>
  </p:sldMasterIdLst>
  <p:notesMasterIdLst>
    <p:notesMasterId r:id="rId13"/>
  </p:notesMasterIdLst>
  <p:sldIdLst>
    <p:sldId id="256" r:id="rId2"/>
    <p:sldId id="259" r:id="rId3"/>
    <p:sldId id="260" r:id="rId4"/>
    <p:sldId id="258" r:id="rId5"/>
    <p:sldId id="261" r:id="rId6"/>
    <p:sldId id="262" r:id="rId7"/>
    <p:sldId id="263" r:id="rId8"/>
    <p:sldId id="264" r:id="rId9"/>
    <p:sldId id="265" r:id="rId10"/>
    <p:sldId id="266" r:id="rId11"/>
    <p:sldId id="267" r:id="rId1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63CB-2ABD-42EC-912D-EBD5DCB9700C}" v="338" dt="2023-04-20T05:54:08.6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ani Pandeti" userId="S::shivanipit120@gst.sies.edu.in::6ae36a1e-491b-4dee-9489-6dd579d3c059" providerId="AD" clId="Web-{ED6763CB-2ABD-42EC-912D-EBD5DCB9700C}"/>
    <pc:docChg chg="addSld modSld sldOrd">
      <pc:chgData name="Shivani Pandeti" userId="S::shivanipit120@gst.sies.edu.in::6ae36a1e-491b-4dee-9489-6dd579d3c059" providerId="AD" clId="Web-{ED6763CB-2ABD-42EC-912D-EBD5DCB9700C}" dt="2023-04-20T05:54:06.653" v="313"/>
      <pc:docMkLst>
        <pc:docMk/>
      </pc:docMkLst>
      <pc:sldChg chg="modSp">
        <pc:chgData name="Shivani Pandeti" userId="S::shivanipit120@gst.sies.edu.in::6ae36a1e-491b-4dee-9489-6dd579d3c059" providerId="AD" clId="Web-{ED6763CB-2ABD-42EC-912D-EBD5DCB9700C}" dt="2023-04-20T05:27:15.345" v="141" actId="20577"/>
        <pc:sldMkLst>
          <pc:docMk/>
          <pc:sldMk cId="0" sldId="256"/>
        </pc:sldMkLst>
        <pc:spChg chg="mod">
          <ac:chgData name="Shivani Pandeti" userId="S::shivanipit120@gst.sies.edu.in::6ae36a1e-491b-4dee-9489-6dd579d3c059" providerId="AD" clId="Web-{ED6763CB-2ABD-42EC-912D-EBD5DCB9700C}" dt="2023-04-20T05:27:04.783" v="133" actId="20577"/>
          <ac:spMkLst>
            <pc:docMk/>
            <pc:sldMk cId="0" sldId="256"/>
            <ac:spMk id="13315" creationId="{04D52463-EC18-E14F-42BF-0571A7C4BA2C}"/>
          </ac:spMkLst>
        </pc:spChg>
        <pc:spChg chg="mod">
          <ac:chgData name="Shivani Pandeti" userId="S::shivanipit120@gst.sies.edu.in::6ae36a1e-491b-4dee-9489-6dd579d3c059" providerId="AD" clId="Web-{ED6763CB-2ABD-42EC-912D-EBD5DCB9700C}" dt="2023-04-20T05:25:14.342" v="6" actId="20577"/>
          <ac:spMkLst>
            <pc:docMk/>
            <pc:sldMk cId="0" sldId="256"/>
            <ac:spMk id="13318" creationId="{C773853F-5A64-A83B-E1CA-14A425555AA4}"/>
          </ac:spMkLst>
        </pc:spChg>
        <pc:spChg chg="mod">
          <ac:chgData name="Shivani Pandeti" userId="S::shivanipit120@gst.sies.edu.in::6ae36a1e-491b-4dee-9489-6dd579d3c059" providerId="AD" clId="Web-{ED6763CB-2ABD-42EC-912D-EBD5DCB9700C}" dt="2023-04-20T05:27:15.345" v="141" actId="20577"/>
          <ac:spMkLst>
            <pc:docMk/>
            <pc:sldMk cId="0" sldId="256"/>
            <ac:spMk id="13319" creationId="{445893FD-B26B-C5B0-8103-70DE44FB99FF}"/>
          </ac:spMkLst>
        </pc:spChg>
      </pc:sldChg>
      <pc:sldChg chg="delSp">
        <pc:chgData name="Shivani Pandeti" userId="S::shivanipit120@gst.sies.edu.in::6ae36a1e-491b-4dee-9489-6dd579d3c059" providerId="AD" clId="Web-{ED6763CB-2ABD-42EC-912D-EBD5DCB9700C}" dt="2023-04-20T05:54:06.340" v="307"/>
        <pc:sldMkLst>
          <pc:docMk/>
          <pc:sldMk cId="0" sldId="258"/>
        </pc:sldMkLst>
        <pc:spChg chg="del">
          <ac:chgData name="Shivani Pandeti" userId="S::shivanipit120@gst.sies.edu.in::6ae36a1e-491b-4dee-9489-6dd579d3c059" providerId="AD" clId="Web-{ED6763CB-2ABD-42EC-912D-EBD5DCB9700C}" dt="2023-04-20T05:54:06.340" v="307"/>
          <ac:spMkLst>
            <pc:docMk/>
            <pc:sldMk cId="0" sldId="258"/>
            <ac:spMk id="8" creationId="{7E3ADBA1-79F6-4739-8A4D-28271916CCF4}"/>
          </ac:spMkLst>
        </pc:spChg>
      </pc:sldChg>
      <pc:sldChg chg="delSp modSp new ord">
        <pc:chgData name="Shivani Pandeti" userId="S::shivanipit120@gst.sies.edu.in::6ae36a1e-491b-4dee-9489-6dd579d3c059" providerId="AD" clId="Web-{ED6763CB-2ABD-42EC-912D-EBD5DCB9700C}" dt="2023-04-20T05:54:06.653" v="313"/>
        <pc:sldMkLst>
          <pc:docMk/>
          <pc:sldMk cId="1926208190" sldId="260"/>
        </pc:sldMkLst>
        <pc:spChg chg="mod">
          <ac:chgData name="Shivani Pandeti" userId="S::shivanipit120@gst.sies.edu.in::6ae36a1e-491b-4dee-9489-6dd579d3c059" providerId="AD" clId="Web-{ED6763CB-2ABD-42EC-912D-EBD5DCB9700C}" dt="2023-04-20T05:39:09.692" v="233" actId="20577"/>
          <ac:spMkLst>
            <pc:docMk/>
            <pc:sldMk cId="1926208190" sldId="260"/>
            <ac:spMk id="2" creationId="{2775A4A2-0EE2-182B-1D14-43AEC82EBB5D}"/>
          </ac:spMkLst>
        </pc:spChg>
        <pc:spChg chg="mod">
          <ac:chgData name="Shivani Pandeti" userId="S::shivanipit120@gst.sies.edu.in::6ae36a1e-491b-4dee-9489-6dd579d3c059" providerId="AD" clId="Web-{ED6763CB-2ABD-42EC-912D-EBD5DCB9700C}" dt="2023-04-20T05:34:00.981" v="177" actId="20577"/>
          <ac:spMkLst>
            <pc:docMk/>
            <pc:sldMk cId="1926208190" sldId="260"/>
            <ac:spMk id="3" creationId="{B6B8A45B-F123-5776-DF22-531B19A092A6}"/>
          </ac:spMkLst>
        </pc:spChg>
        <pc:spChg chg="del">
          <ac:chgData name="Shivani Pandeti" userId="S::shivanipit120@gst.sies.edu.in::6ae36a1e-491b-4dee-9489-6dd579d3c059" providerId="AD" clId="Web-{ED6763CB-2ABD-42EC-912D-EBD5DCB9700C}" dt="2023-04-20T05:54:06.653" v="313"/>
          <ac:spMkLst>
            <pc:docMk/>
            <pc:sldMk cId="1926208190" sldId="260"/>
            <ac:spMk id="4" creationId="{EAEACFE9-1147-50B2-065E-6FB7CDB7E1BD}"/>
          </ac:spMkLst>
        </pc:spChg>
      </pc:sldChg>
      <pc:sldChg chg="delSp modSp add replId">
        <pc:chgData name="Shivani Pandeti" userId="S::shivanipit120@gst.sies.edu.in::6ae36a1e-491b-4dee-9489-6dd579d3c059" providerId="AD" clId="Web-{ED6763CB-2ABD-42EC-912D-EBD5DCB9700C}" dt="2023-04-20T05:54:06.622" v="312"/>
        <pc:sldMkLst>
          <pc:docMk/>
          <pc:sldMk cId="3198917947" sldId="261"/>
        </pc:sldMkLst>
        <pc:spChg chg="mod">
          <ac:chgData name="Shivani Pandeti" userId="S::shivanipit120@gst.sies.edu.in::6ae36a1e-491b-4dee-9489-6dd579d3c059" providerId="AD" clId="Web-{ED6763CB-2ABD-42EC-912D-EBD5DCB9700C}" dt="2023-04-20T05:39:09.723" v="234" actId="20577"/>
          <ac:spMkLst>
            <pc:docMk/>
            <pc:sldMk cId="3198917947" sldId="261"/>
            <ac:spMk id="2" creationId="{2775A4A2-0EE2-182B-1D14-43AEC82EBB5D}"/>
          </ac:spMkLst>
        </pc:spChg>
        <pc:spChg chg="mod">
          <ac:chgData name="Shivani Pandeti" userId="S::shivanipit120@gst.sies.edu.in::6ae36a1e-491b-4dee-9489-6dd579d3c059" providerId="AD" clId="Web-{ED6763CB-2ABD-42EC-912D-EBD5DCB9700C}" dt="2023-04-20T05:35:30.468" v="197" actId="20577"/>
          <ac:spMkLst>
            <pc:docMk/>
            <pc:sldMk cId="3198917947" sldId="261"/>
            <ac:spMk id="3" creationId="{B6B8A45B-F123-5776-DF22-531B19A092A6}"/>
          </ac:spMkLst>
        </pc:spChg>
        <pc:spChg chg="del">
          <ac:chgData name="Shivani Pandeti" userId="S::shivanipit120@gst.sies.edu.in::6ae36a1e-491b-4dee-9489-6dd579d3c059" providerId="AD" clId="Web-{ED6763CB-2ABD-42EC-912D-EBD5DCB9700C}" dt="2023-04-20T05:54:06.622" v="312"/>
          <ac:spMkLst>
            <pc:docMk/>
            <pc:sldMk cId="3198917947" sldId="261"/>
            <ac:spMk id="4" creationId="{EAEACFE9-1147-50B2-065E-6FB7CDB7E1BD}"/>
          </ac:spMkLst>
        </pc:spChg>
      </pc:sldChg>
      <pc:sldChg chg="delSp modSp add replId">
        <pc:chgData name="Shivani Pandeti" userId="S::shivanipit120@gst.sies.edu.in::6ae36a1e-491b-4dee-9489-6dd579d3c059" providerId="AD" clId="Web-{ED6763CB-2ABD-42EC-912D-EBD5DCB9700C}" dt="2023-04-20T05:54:06.606" v="311"/>
        <pc:sldMkLst>
          <pc:docMk/>
          <pc:sldMk cId="3123949624" sldId="262"/>
        </pc:sldMkLst>
        <pc:spChg chg="mod">
          <ac:chgData name="Shivani Pandeti" userId="S::shivanipit120@gst.sies.edu.in::6ae36a1e-491b-4dee-9489-6dd579d3c059" providerId="AD" clId="Web-{ED6763CB-2ABD-42EC-912D-EBD5DCB9700C}" dt="2023-04-20T05:39:11.848" v="235" actId="20577"/>
          <ac:spMkLst>
            <pc:docMk/>
            <pc:sldMk cId="3123949624" sldId="262"/>
            <ac:spMk id="2" creationId="{2775A4A2-0EE2-182B-1D14-43AEC82EBB5D}"/>
          </ac:spMkLst>
        </pc:spChg>
        <pc:spChg chg="mod">
          <ac:chgData name="Shivani Pandeti" userId="S::shivanipit120@gst.sies.edu.in::6ae36a1e-491b-4dee-9489-6dd579d3c059" providerId="AD" clId="Web-{ED6763CB-2ABD-42EC-912D-EBD5DCB9700C}" dt="2023-04-20T05:36:54.454" v="214" actId="20577"/>
          <ac:spMkLst>
            <pc:docMk/>
            <pc:sldMk cId="3123949624" sldId="262"/>
            <ac:spMk id="3" creationId="{B6B8A45B-F123-5776-DF22-531B19A092A6}"/>
          </ac:spMkLst>
        </pc:spChg>
        <pc:spChg chg="del">
          <ac:chgData name="Shivani Pandeti" userId="S::shivanipit120@gst.sies.edu.in::6ae36a1e-491b-4dee-9489-6dd579d3c059" providerId="AD" clId="Web-{ED6763CB-2ABD-42EC-912D-EBD5DCB9700C}" dt="2023-04-20T05:54:06.606" v="311"/>
          <ac:spMkLst>
            <pc:docMk/>
            <pc:sldMk cId="3123949624" sldId="262"/>
            <ac:spMk id="4" creationId="{EAEACFE9-1147-50B2-065E-6FB7CDB7E1BD}"/>
          </ac:spMkLst>
        </pc:spChg>
      </pc:sldChg>
      <pc:sldChg chg="delSp modSp add replId">
        <pc:chgData name="Shivani Pandeti" userId="S::shivanipit120@gst.sies.edu.in::6ae36a1e-491b-4dee-9489-6dd579d3c059" providerId="AD" clId="Web-{ED6763CB-2ABD-42EC-912D-EBD5DCB9700C}" dt="2023-04-20T05:54:06.497" v="310"/>
        <pc:sldMkLst>
          <pc:docMk/>
          <pc:sldMk cId="1792623480" sldId="263"/>
        </pc:sldMkLst>
        <pc:spChg chg="mod">
          <ac:chgData name="Shivani Pandeti" userId="S::shivanipit120@gst.sies.edu.in::6ae36a1e-491b-4dee-9489-6dd579d3c059" providerId="AD" clId="Web-{ED6763CB-2ABD-42EC-912D-EBD5DCB9700C}" dt="2023-04-20T05:39:22.958" v="243" actId="20577"/>
          <ac:spMkLst>
            <pc:docMk/>
            <pc:sldMk cId="1792623480" sldId="263"/>
            <ac:spMk id="2" creationId="{2775A4A2-0EE2-182B-1D14-43AEC82EBB5D}"/>
          </ac:spMkLst>
        </pc:spChg>
        <pc:spChg chg="mod">
          <ac:chgData name="Shivani Pandeti" userId="S::shivanipit120@gst.sies.edu.in::6ae36a1e-491b-4dee-9489-6dd579d3c059" providerId="AD" clId="Web-{ED6763CB-2ABD-42EC-912D-EBD5DCB9700C}" dt="2023-04-20T05:39:28.661" v="244" actId="20577"/>
          <ac:spMkLst>
            <pc:docMk/>
            <pc:sldMk cId="1792623480" sldId="263"/>
            <ac:spMk id="3" creationId="{B6B8A45B-F123-5776-DF22-531B19A092A6}"/>
          </ac:spMkLst>
        </pc:spChg>
        <pc:spChg chg="del">
          <ac:chgData name="Shivani Pandeti" userId="S::shivanipit120@gst.sies.edu.in::6ae36a1e-491b-4dee-9489-6dd579d3c059" providerId="AD" clId="Web-{ED6763CB-2ABD-42EC-912D-EBD5DCB9700C}" dt="2023-04-20T05:54:06.497" v="310"/>
          <ac:spMkLst>
            <pc:docMk/>
            <pc:sldMk cId="1792623480" sldId="263"/>
            <ac:spMk id="4" creationId="{EAEACFE9-1147-50B2-065E-6FB7CDB7E1BD}"/>
          </ac:spMkLst>
        </pc:spChg>
      </pc:sldChg>
      <pc:sldChg chg="delSp modSp add replId">
        <pc:chgData name="Shivani Pandeti" userId="S::shivanipit120@gst.sies.edu.in::6ae36a1e-491b-4dee-9489-6dd579d3c059" providerId="AD" clId="Web-{ED6763CB-2ABD-42EC-912D-EBD5DCB9700C}" dt="2023-04-20T05:54:06.481" v="309"/>
        <pc:sldMkLst>
          <pc:docMk/>
          <pc:sldMk cId="3002682782" sldId="264"/>
        </pc:sldMkLst>
        <pc:spChg chg="mod">
          <ac:chgData name="Shivani Pandeti" userId="S::shivanipit120@gst.sies.edu.in::6ae36a1e-491b-4dee-9489-6dd579d3c059" providerId="AD" clId="Web-{ED6763CB-2ABD-42EC-912D-EBD5DCB9700C}" dt="2023-04-20T05:39:46.459" v="250" actId="20577"/>
          <ac:spMkLst>
            <pc:docMk/>
            <pc:sldMk cId="3002682782" sldId="264"/>
            <ac:spMk id="2" creationId="{2775A4A2-0EE2-182B-1D14-43AEC82EBB5D}"/>
          </ac:spMkLst>
        </pc:spChg>
        <pc:spChg chg="mod">
          <ac:chgData name="Shivani Pandeti" userId="S::shivanipit120@gst.sies.edu.in::6ae36a1e-491b-4dee-9489-6dd579d3c059" providerId="AD" clId="Web-{ED6763CB-2ABD-42EC-912D-EBD5DCB9700C}" dt="2023-04-20T05:40:47.710" v="261" actId="20577"/>
          <ac:spMkLst>
            <pc:docMk/>
            <pc:sldMk cId="3002682782" sldId="264"/>
            <ac:spMk id="3" creationId="{B6B8A45B-F123-5776-DF22-531B19A092A6}"/>
          </ac:spMkLst>
        </pc:spChg>
        <pc:spChg chg="del">
          <ac:chgData name="Shivani Pandeti" userId="S::shivanipit120@gst.sies.edu.in::6ae36a1e-491b-4dee-9489-6dd579d3c059" providerId="AD" clId="Web-{ED6763CB-2ABD-42EC-912D-EBD5DCB9700C}" dt="2023-04-20T05:54:06.481" v="309"/>
          <ac:spMkLst>
            <pc:docMk/>
            <pc:sldMk cId="3002682782" sldId="264"/>
            <ac:spMk id="4" creationId="{EAEACFE9-1147-50B2-065E-6FB7CDB7E1BD}"/>
          </ac:spMkLst>
        </pc:spChg>
      </pc:sldChg>
      <pc:sldChg chg="delSp modSp add replId">
        <pc:chgData name="Shivani Pandeti" userId="S::shivanipit120@gst.sies.edu.in::6ae36a1e-491b-4dee-9489-6dd579d3c059" providerId="AD" clId="Web-{ED6763CB-2ABD-42EC-912D-EBD5DCB9700C}" dt="2023-04-20T05:54:06.418" v="308"/>
        <pc:sldMkLst>
          <pc:docMk/>
          <pc:sldMk cId="3366295973" sldId="265"/>
        </pc:sldMkLst>
        <pc:spChg chg="mod">
          <ac:chgData name="Shivani Pandeti" userId="S::shivanipit120@gst.sies.edu.in::6ae36a1e-491b-4dee-9489-6dd579d3c059" providerId="AD" clId="Web-{ED6763CB-2ABD-42EC-912D-EBD5DCB9700C}" dt="2023-04-20T05:41:16.852" v="265" actId="20577"/>
          <ac:spMkLst>
            <pc:docMk/>
            <pc:sldMk cId="3366295973" sldId="265"/>
            <ac:spMk id="2" creationId="{2775A4A2-0EE2-182B-1D14-43AEC82EBB5D}"/>
          </ac:spMkLst>
        </pc:spChg>
        <pc:spChg chg="mod">
          <ac:chgData name="Shivani Pandeti" userId="S::shivanipit120@gst.sies.edu.in::6ae36a1e-491b-4dee-9489-6dd579d3c059" providerId="AD" clId="Web-{ED6763CB-2ABD-42EC-912D-EBD5DCB9700C}" dt="2023-04-20T05:41:54.399" v="276" actId="20577"/>
          <ac:spMkLst>
            <pc:docMk/>
            <pc:sldMk cId="3366295973" sldId="265"/>
            <ac:spMk id="3" creationId="{B6B8A45B-F123-5776-DF22-531B19A092A6}"/>
          </ac:spMkLst>
        </pc:spChg>
        <pc:spChg chg="del">
          <ac:chgData name="Shivani Pandeti" userId="S::shivanipit120@gst.sies.edu.in::6ae36a1e-491b-4dee-9489-6dd579d3c059" providerId="AD" clId="Web-{ED6763CB-2ABD-42EC-912D-EBD5DCB9700C}" dt="2023-04-20T05:54:06.418" v="308"/>
          <ac:spMkLst>
            <pc:docMk/>
            <pc:sldMk cId="3366295973" sldId="265"/>
            <ac:spMk id="4" creationId="{EAEACFE9-1147-50B2-065E-6FB7CDB7E1BD}"/>
          </ac:spMkLst>
        </pc:spChg>
      </pc:sldChg>
      <pc:sldChg chg="delSp modSp add ord replId">
        <pc:chgData name="Shivani Pandeti" userId="S::shivanipit120@gst.sies.edu.in::6ae36a1e-491b-4dee-9489-6dd579d3c059" providerId="AD" clId="Web-{ED6763CB-2ABD-42EC-912D-EBD5DCB9700C}" dt="2023-04-20T05:54:06.325" v="306"/>
        <pc:sldMkLst>
          <pc:docMk/>
          <pc:sldMk cId="2369427941" sldId="266"/>
        </pc:sldMkLst>
        <pc:spChg chg="mod">
          <ac:chgData name="Shivani Pandeti" userId="S::shivanipit120@gst.sies.edu.in::6ae36a1e-491b-4dee-9489-6dd579d3c059" providerId="AD" clId="Web-{ED6763CB-2ABD-42EC-912D-EBD5DCB9700C}" dt="2023-04-20T05:42:34.025" v="279" actId="20577"/>
          <ac:spMkLst>
            <pc:docMk/>
            <pc:sldMk cId="2369427941" sldId="266"/>
            <ac:spMk id="2" creationId="{2775A4A2-0EE2-182B-1D14-43AEC82EBB5D}"/>
          </ac:spMkLst>
        </pc:spChg>
        <pc:spChg chg="mod">
          <ac:chgData name="Shivani Pandeti" userId="S::shivanipit120@gst.sies.edu.in::6ae36a1e-491b-4dee-9489-6dd579d3c059" providerId="AD" clId="Web-{ED6763CB-2ABD-42EC-912D-EBD5DCB9700C}" dt="2023-04-20T05:45:29.702" v="289" actId="14100"/>
          <ac:spMkLst>
            <pc:docMk/>
            <pc:sldMk cId="2369427941" sldId="266"/>
            <ac:spMk id="3" creationId="{B6B8A45B-F123-5776-DF22-531B19A092A6}"/>
          </ac:spMkLst>
        </pc:spChg>
        <pc:spChg chg="del mod">
          <ac:chgData name="Shivani Pandeti" userId="S::shivanipit120@gst.sies.edu.in::6ae36a1e-491b-4dee-9489-6dd579d3c059" providerId="AD" clId="Web-{ED6763CB-2ABD-42EC-912D-EBD5DCB9700C}" dt="2023-04-20T05:54:06.325" v="306"/>
          <ac:spMkLst>
            <pc:docMk/>
            <pc:sldMk cId="2369427941" sldId="266"/>
            <ac:spMk id="4" creationId="{EAEACFE9-1147-50B2-065E-6FB7CDB7E1BD}"/>
          </ac:spMkLst>
        </pc:spChg>
      </pc:sldChg>
      <pc:sldChg chg="delSp modSp add replId">
        <pc:chgData name="Shivani Pandeti" userId="S::shivanipit120@gst.sies.edu.in::6ae36a1e-491b-4dee-9489-6dd579d3c059" providerId="AD" clId="Web-{ED6763CB-2ABD-42EC-912D-EBD5DCB9700C}" dt="2023-04-20T05:54:06.184" v="304"/>
        <pc:sldMkLst>
          <pc:docMk/>
          <pc:sldMk cId="997184623" sldId="267"/>
        </pc:sldMkLst>
        <pc:spChg chg="mod">
          <ac:chgData name="Shivani Pandeti" userId="S::shivanipit120@gst.sies.edu.in::6ae36a1e-491b-4dee-9489-6dd579d3c059" providerId="AD" clId="Web-{ED6763CB-2ABD-42EC-912D-EBD5DCB9700C}" dt="2023-04-20T05:49:49.146" v="295" actId="20577"/>
          <ac:spMkLst>
            <pc:docMk/>
            <pc:sldMk cId="997184623" sldId="267"/>
            <ac:spMk id="2" creationId="{2775A4A2-0EE2-182B-1D14-43AEC82EBB5D}"/>
          </ac:spMkLst>
        </pc:spChg>
        <pc:spChg chg="mod">
          <ac:chgData name="Shivani Pandeti" userId="S::shivanipit120@gst.sies.edu.in::6ae36a1e-491b-4dee-9489-6dd579d3c059" providerId="AD" clId="Web-{ED6763CB-2ABD-42EC-912D-EBD5DCB9700C}" dt="2023-04-20T05:54:05.700" v="302" actId="14100"/>
          <ac:spMkLst>
            <pc:docMk/>
            <pc:sldMk cId="997184623" sldId="267"/>
            <ac:spMk id="3" creationId="{B6B8A45B-F123-5776-DF22-531B19A092A6}"/>
          </ac:spMkLst>
        </pc:spChg>
        <pc:spChg chg="del mod">
          <ac:chgData name="Shivani Pandeti" userId="S::shivanipit120@gst.sies.edu.in::6ae36a1e-491b-4dee-9489-6dd579d3c059" providerId="AD" clId="Web-{ED6763CB-2ABD-42EC-912D-EBD5DCB9700C}" dt="2023-04-20T05:54:06.184" v="304"/>
          <ac:spMkLst>
            <pc:docMk/>
            <pc:sldMk cId="997184623" sldId="267"/>
            <ac:spMk id="4" creationId="{EAEACFE9-1147-50B2-065E-6FB7CDB7E1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9D0C620-5013-D197-1721-AF2EF9A444F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3C0AE183-215D-9D8A-9A81-8A5936EA2ACF}"/>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E58B05DC-4ACA-4F94-B334-5048F47FC80D}" type="datetimeFigureOut">
              <a:rPr lang="en-US"/>
              <a:pPr>
                <a:defRPr/>
              </a:pPr>
              <a:t>4/20/2023</a:t>
            </a:fld>
            <a:endParaRPr lang="en-US"/>
          </a:p>
        </p:txBody>
      </p:sp>
      <p:sp>
        <p:nvSpPr>
          <p:cNvPr id="4" name="Slide Image Placeholder 3">
            <a:extLst>
              <a:ext uri="{FF2B5EF4-FFF2-40B4-BE49-F238E27FC236}">
                <a16:creationId xmlns:a16="http://schemas.microsoft.com/office/drawing/2014/main" id="{A39731E7-F6FD-3161-7F0D-B2119F6E88EF}"/>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08179B24-6A03-BF09-5930-356F6EE65192}"/>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E5BF468-29CC-D98A-944F-7E8F0610C5B9}"/>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BDA85D8F-B582-4E29-16C6-546F1E4A41C2}"/>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4DA65E06-1878-4286-85F4-AB8A2DADFAF0}"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0F9ADCD1-1931-29A9-1FF2-A74FFA6681E3}"/>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A66F94F5-B28C-4B24-8671-B31FE9A7F24A}" type="datetime1">
              <a:rPr lang="en-US"/>
              <a:pPr>
                <a:defRPr/>
              </a:pPr>
              <a:t>4/20/2023</a:t>
            </a:fld>
            <a:endParaRPr lang="en-US"/>
          </a:p>
        </p:txBody>
      </p:sp>
      <p:sp>
        <p:nvSpPr>
          <p:cNvPr id="5" name="Footer Placeholder 4">
            <a:extLst>
              <a:ext uri="{FF2B5EF4-FFF2-40B4-BE49-F238E27FC236}">
                <a16:creationId xmlns:a16="http://schemas.microsoft.com/office/drawing/2014/main" id="{5B690C80-C52F-C19B-C0FA-E462A2088270}"/>
              </a:ext>
            </a:extLst>
          </p:cNvPr>
          <p:cNvSpPr>
            <a:spLocks noGrp="1"/>
          </p:cNvSpPr>
          <p:nvPr>
            <p:ph type="ftr" sz="quarter" idx="11"/>
          </p:nvPr>
        </p:nvSpPr>
        <p:spPr/>
        <p:txBody>
          <a:bodyPr/>
          <a:lstStyle>
            <a:lvl1pPr>
              <a:defRPr/>
            </a:lvl1pPr>
          </a:lstStyle>
          <a:p>
            <a:pPr>
              <a:defRPr/>
            </a:pPr>
            <a:r>
              <a:rPr lang="en-US"/>
              <a:t>Date of Presentation                                  </a:t>
            </a:r>
          </a:p>
        </p:txBody>
      </p:sp>
      <p:sp>
        <p:nvSpPr>
          <p:cNvPr id="6" name="Slide Number Placeholder 5">
            <a:extLst>
              <a:ext uri="{FF2B5EF4-FFF2-40B4-BE49-F238E27FC236}">
                <a16:creationId xmlns:a16="http://schemas.microsoft.com/office/drawing/2014/main" id="{A87AA982-8F1C-E767-0E70-7E185FE6D0B3}"/>
              </a:ext>
            </a:extLst>
          </p:cNvPr>
          <p:cNvSpPr>
            <a:spLocks noGrp="1"/>
          </p:cNvSpPr>
          <p:nvPr>
            <p:ph type="sldNum" sz="quarter" idx="12"/>
          </p:nvPr>
        </p:nvSpPr>
        <p:spPr/>
        <p:txBody>
          <a:bodyPr/>
          <a:lstStyle>
            <a:lvl1pPr>
              <a:defRPr/>
            </a:lvl1pPr>
          </a:lstStyle>
          <a:p>
            <a:fld id="{48792AD1-58B4-4AB3-9848-01094BEC5FA3}" type="slidenum">
              <a:rPr lang="en-US" altLang="en-US"/>
              <a:pPr/>
              <a:t>‹#›</a:t>
            </a:fld>
            <a:endParaRPr lang="en-US" altLang="en-US"/>
          </a:p>
        </p:txBody>
      </p:sp>
    </p:spTree>
    <p:extLst>
      <p:ext uri="{BB962C8B-B14F-4D97-AF65-F5344CB8AC3E}">
        <p14:creationId xmlns:p14="http://schemas.microsoft.com/office/powerpoint/2010/main" val="3002064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A0B565-CF31-A362-C4D7-969721682B3B}"/>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F2F2F5B3-037B-4F1D-9312-D636894D4275}" type="datetime1">
              <a:rPr lang="en-US"/>
              <a:pPr>
                <a:defRPr/>
              </a:pPr>
              <a:t>4/20/2023</a:t>
            </a:fld>
            <a:endParaRPr lang="en-US"/>
          </a:p>
        </p:txBody>
      </p:sp>
      <p:sp>
        <p:nvSpPr>
          <p:cNvPr id="5" name="Footer Placeholder 4">
            <a:extLst>
              <a:ext uri="{FF2B5EF4-FFF2-40B4-BE49-F238E27FC236}">
                <a16:creationId xmlns:a16="http://schemas.microsoft.com/office/drawing/2014/main" id="{2F02C635-B2A7-A7A1-486C-B2BA6A50ED8C}"/>
              </a:ext>
            </a:extLst>
          </p:cNvPr>
          <p:cNvSpPr>
            <a:spLocks noGrp="1"/>
          </p:cNvSpPr>
          <p:nvPr>
            <p:ph type="ftr" sz="quarter" idx="11"/>
          </p:nvPr>
        </p:nvSpPr>
        <p:spPr/>
        <p:txBody>
          <a:bodyPr/>
          <a:lstStyle>
            <a:lvl1pPr>
              <a:defRPr/>
            </a:lvl1pPr>
          </a:lstStyle>
          <a:p>
            <a:pPr>
              <a:defRPr/>
            </a:pPr>
            <a:r>
              <a:rPr lang="en-US"/>
              <a:t>Date of Presentation                                  </a:t>
            </a:r>
          </a:p>
        </p:txBody>
      </p:sp>
      <p:sp>
        <p:nvSpPr>
          <p:cNvPr id="6" name="Slide Number Placeholder 5">
            <a:extLst>
              <a:ext uri="{FF2B5EF4-FFF2-40B4-BE49-F238E27FC236}">
                <a16:creationId xmlns:a16="http://schemas.microsoft.com/office/drawing/2014/main" id="{64FE5927-9EBF-F03E-E458-BA6D481D1D9E}"/>
              </a:ext>
            </a:extLst>
          </p:cNvPr>
          <p:cNvSpPr>
            <a:spLocks noGrp="1"/>
          </p:cNvSpPr>
          <p:nvPr>
            <p:ph type="sldNum" sz="quarter" idx="12"/>
          </p:nvPr>
        </p:nvSpPr>
        <p:spPr/>
        <p:txBody>
          <a:bodyPr/>
          <a:lstStyle>
            <a:lvl1pPr>
              <a:defRPr/>
            </a:lvl1pPr>
          </a:lstStyle>
          <a:p>
            <a:fld id="{950775DF-0ABD-485A-BDC8-016019D917B6}" type="slidenum">
              <a:rPr lang="en-US" altLang="en-US"/>
              <a:pPr/>
              <a:t>‹#›</a:t>
            </a:fld>
            <a:endParaRPr lang="en-US" altLang="en-US"/>
          </a:p>
        </p:txBody>
      </p:sp>
    </p:spTree>
    <p:extLst>
      <p:ext uri="{BB962C8B-B14F-4D97-AF65-F5344CB8AC3E}">
        <p14:creationId xmlns:p14="http://schemas.microsoft.com/office/powerpoint/2010/main" val="3688019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C7125B-D942-1BF7-6651-4E84FB966284}"/>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470E3906-D26F-478E-AACB-DD69C652483E}" type="datetime1">
              <a:rPr lang="en-US"/>
              <a:pPr>
                <a:defRPr/>
              </a:pPr>
              <a:t>4/20/2023</a:t>
            </a:fld>
            <a:endParaRPr lang="en-US"/>
          </a:p>
        </p:txBody>
      </p:sp>
      <p:sp>
        <p:nvSpPr>
          <p:cNvPr id="5" name="Footer Placeholder 4">
            <a:extLst>
              <a:ext uri="{FF2B5EF4-FFF2-40B4-BE49-F238E27FC236}">
                <a16:creationId xmlns:a16="http://schemas.microsoft.com/office/drawing/2014/main" id="{1BF4FA6E-F683-5852-4298-63801C2EEC4B}"/>
              </a:ext>
            </a:extLst>
          </p:cNvPr>
          <p:cNvSpPr>
            <a:spLocks noGrp="1"/>
          </p:cNvSpPr>
          <p:nvPr>
            <p:ph type="ftr" sz="quarter" idx="11"/>
          </p:nvPr>
        </p:nvSpPr>
        <p:spPr/>
        <p:txBody>
          <a:bodyPr/>
          <a:lstStyle>
            <a:lvl1pPr>
              <a:defRPr/>
            </a:lvl1pPr>
          </a:lstStyle>
          <a:p>
            <a:pPr>
              <a:defRPr/>
            </a:pPr>
            <a:r>
              <a:rPr lang="en-US"/>
              <a:t>Date of Presentation                                  </a:t>
            </a:r>
          </a:p>
        </p:txBody>
      </p:sp>
      <p:sp>
        <p:nvSpPr>
          <p:cNvPr id="6" name="Slide Number Placeholder 5">
            <a:extLst>
              <a:ext uri="{FF2B5EF4-FFF2-40B4-BE49-F238E27FC236}">
                <a16:creationId xmlns:a16="http://schemas.microsoft.com/office/drawing/2014/main" id="{AA1E2317-1301-53AF-9B28-F37FA1756134}"/>
              </a:ext>
            </a:extLst>
          </p:cNvPr>
          <p:cNvSpPr>
            <a:spLocks noGrp="1"/>
          </p:cNvSpPr>
          <p:nvPr>
            <p:ph type="sldNum" sz="quarter" idx="12"/>
          </p:nvPr>
        </p:nvSpPr>
        <p:spPr/>
        <p:txBody>
          <a:bodyPr/>
          <a:lstStyle>
            <a:lvl1pPr>
              <a:defRPr/>
            </a:lvl1pPr>
          </a:lstStyle>
          <a:p>
            <a:fld id="{73F07087-D939-417D-BB01-6C7A3AC48558}" type="slidenum">
              <a:rPr lang="en-US" altLang="en-US"/>
              <a:pPr/>
              <a:t>‹#›</a:t>
            </a:fld>
            <a:endParaRPr lang="en-US" altLang="en-US"/>
          </a:p>
        </p:txBody>
      </p:sp>
    </p:spTree>
    <p:extLst>
      <p:ext uri="{BB962C8B-B14F-4D97-AF65-F5344CB8AC3E}">
        <p14:creationId xmlns:p14="http://schemas.microsoft.com/office/powerpoint/2010/main" val="2945326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8868E5-B565-3D55-8EBE-037753ED4E11}"/>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90A81AE8-6ABF-4B28-8AE4-E562647ED17D}" type="datetime1">
              <a:rPr lang="en-US"/>
              <a:pPr>
                <a:defRPr/>
              </a:pPr>
              <a:t>4/20/2023</a:t>
            </a:fld>
            <a:endParaRPr lang="en-US"/>
          </a:p>
        </p:txBody>
      </p:sp>
      <p:sp>
        <p:nvSpPr>
          <p:cNvPr id="6" name="Footer Placeholder 5">
            <a:extLst>
              <a:ext uri="{FF2B5EF4-FFF2-40B4-BE49-F238E27FC236}">
                <a16:creationId xmlns:a16="http://schemas.microsoft.com/office/drawing/2014/main" id="{A238ECE6-AA13-E713-52BC-98FC9A970B4B}"/>
              </a:ext>
            </a:extLst>
          </p:cNvPr>
          <p:cNvSpPr>
            <a:spLocks noGrp="1"/>
          </p:cNvSpPr>
          <p:nvPr>
            <p:ph type="ftr" sz="quarter" idx="11"/>
          </p:nvPr>
        </p:nvSpPr>
        <p:spPr/>
        <p:txBody>
          <a:bodyPr/>
          <a:lstStyle>
            <a:lvl1pPr>
              <a:defRPr/>
            </a:lvl1pPr>
          </a:lstStyle>
          <a:p>
            <a:pPr>
              <a:defRPr/>
            </a:pPr>
            <a:r>
              <a:rPr lang="en-US"/>
              <a:t>Date of Presentation                                  </a:t>
            </a:r>
          </a:p>
        </p:txBody>
      </p:sp>
      <p:sp>
        <p:nvSpPr>
          <p:cNvPr id="7" name="Slide Number Placeholder 6">
            <a:extLst>
              <a:ext uri="{FF2B5EF4-FFF2-40B4-BE49-F238E27FC236}">
                <a16:creationId xmlns:a16="http://schemas.microsoft.com/office/drawing/2014/main" id="{24A22C74-C591-4EF1-D787-DB4CB1C77964}"/>
              </a:ext>
            </a:extLst>
          </p:cNvPr>
          <p:cNvSpPr>
            <a:spLocks noGrp="1"/>
          </p:cNvSpPr>
          <p:nvPr>
            <p:ph type="sldNum" sz="quarter" idx="12"/>
          </p:nvPr>
        </p:nvSpPr>
        <p:spPr/>
        <p:txBody>
          <a:bodyPr/>
          <a:lstStyle>
            <a:lvl1pPr>
              <a:defRPr/>
            </a:lvl1pPr>
          </a:lstStyle>
          <a:p>
            <a:fld id="{5D3BDB07-F846-4038-9F1C-1B937A6CC675}" type="slidenum">
              <a:rPr lang="en-US" altLang="en-US"/>
              <a:pPr/>
              <a:t>‹#›</a:t>
            </a:fld>
            <a:endParaRPr lang="en-US" altLang="en-US"/>
          </a:p>
        </p:txBody>
      </p:sp>
    </p:spTree>
    <p:extLst>
      <p:ext uri="{BB962C8B-B14F-4D97-AF65-F5344CB8AC3E}">
        <p14:creationId xmlns:p14="http://schemas.microsoft.com/office/powerpoint/2010/main" val="2049136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71EB89-A9F5-451F-066B-3F0D288C9005}"/>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83A31CDE-5F40-45C7-8DA2-ED668C00A8D1}" type="datetime1">
              <a:rPr lang="en-US"/>
              <a:pPr>
                <a:defRPr/>
              </a:pPr>
              <a:t>4/20/2023</a:t>
            </a:fld>
            <a:endParaRPr lang="en-US"/>
          </a:p>
        </p:txBody>
      </p:sp>
      <p:sp>
        <p:nvSpPr>
          <p:cNvPr id="8" name="Footer Placeholder 7">
            <a:extLst>
              <a:ext uri="{FF2B5EF4-FFF2-40B4-BE49-F238E27FC236}">
                <a16:creationId xmlns:a16="http://schemas.microsoft.com/office/drawing/2014/main" id="{9FE3E8E2-DB64-4983-A09A-26A470CFFD06}"/>
              </a:ext>
            </a:extLst>
          </p:cNvPr>
          <p:cNvSpPr>
            <a:spLocks noGrp="1"/>
          </p:cNvSpPr>
          <p:nvPr>
            <p:ph type="ftr" sz="quarter" idx="11"/>
          </p:nvPr>
        </p:nvSpPr>
        <p:spPr/>
        <p:txBody>
          <a:bodyPr/>
          <a:lstStyle>
            <a:lvl1pPr>
              <a:defRPr/>
            </a:lvl1pPr>
          </a:lstStyle>
          <a:p>
            <a:pPr>
              <a:defRPr/>
            </a:pPr>
            <a:r>
              <a:rPr lang="en-US"/>
              <a:t>Date of Presentation                                  </a:t>
            </a:r>
          </a:p>
        </p:txBody>
      </p:sp>
      <p:sp>
        <p:nvSpPr>
          <p:cNvPr id="9" name="Slide Number Placeholder 8">
            <a:extLst>
              <a:ext uri="{FF2B5EF4-FFF2-40B4-BE49-F238E27FC236}">
                <a16:creationId xmlns:a16="http://schemas.microsoft.com/office/drawing/2014/main" id="{761D65E3-A8A5-A790-DE98-D5D468DD0ABC}"/>
              </a:ext>
            </a:extLst>
          </p:cNvPr>
          <p:cNvSpPr>
            <a:spLocks noGrp="1"/>
          </p:cNvSpPr>
          <p:nvPr>
            <p:ph type="sldNum" sz="quarter" idx="12"/>
          </p:nvPr>
        </p:nvSpPr>
        <p:spPr/>
        <p:txBody>
          <a:bodyPr/>
          <a:lstStyle>
            <a:lvl1pPr>
              <a:defRPr/>
            </a:lvl1pPr>
          </a:lstStyle>
          <a:p>
            <a:fld id="{350F9A89-9483-4756-9C51-EB391B3E8515}" type="slidenum">
              <a:rPr lang="en-US" altLang="en-US"/>
              <a:pPr/>
              <a:t>‹#›</a:t>
            </a:fld>
            <a:endParaRPr lang="en-US" altLang="en-US"/>
          </a:p>
        </p:txBody>
      </p:sp>
    </p:spTree>
    <p:extLst>
      <p:ext uri="{BB962C8B-B14F-4D97-AF65-F5344CB8AC3E}">
        <p14:creationId xmlns:p14="http://schemas.microsoft.com/office/powerpoint/2010/main" val="2849855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1307BB-2DF3-7C53-2DBF-6C725D6CC693}"/>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516385F8-2970-4591-8272-B1B6F11ADB16}" type="datetime1">
              <a:rPr lang="en-US"/>
              <a:pPr>
                <a:defRPr/>
              </a:pPr>
              <a:t>4/20/2023</a:t>
            </a:fld>
            <a:endParaRPr lang="en-US"/>
          </a:p>
        </p:txBody>
      </p:sp>
      <p:sp>
        <p:nvSpPr>
          <p:cNvPr id="4" name="Footer Placeholder 3">
            <a:extLst>
              <a:ext uri="{FF2B5EF4-FFF2-40B4-BE49-F238E27FC236}">
                <a16:creationId xmlns:a16="http://schemas.microsoft.com/office/drawing/2014/main" id="{C0D2CD5B-F569-5469-AB8C-29738F01EA2E}"/>
              </a:ext>
            </a:extLst>
          </p:cNvPr>
          <p:cNvSpPr>
            <a:spLocks noGrp="1"/>
          </p:cNvSpPr>
          <p:nvPr>
            <p:ph type="ftr" sz="quarter" idx="11"/>
          </p:nvPr>
        </p:nvSpPr>
        <p:spPr/>
        <p:txBody>
          <a:bodyPr/>
          <a:lstStyle>
            <a:lvl1pPr>
              <a:defRPr/>
            </a:lvl1pPr>
          </a:lstStyle>
          <a:p>
            <a:pPr>
              <a:defRPr/>
            </a:pPr>
            <a:r>
              <a:rPr lang="en-US"/>
              <a:t>Date of Presentation                                  </a:t>
            </a:r>
          </a:p>
        </p:txBody>
      </p:sp>
      <p:sp>
        <p:nvSpPr>
          <p:cNvPr id="5" name="Slide Number Placeholder 4">
            <a:extLst>
              <a:ext uri="{FF2B5EF4-FFF2-40B4-BE49-F238E27FC236}">
                <a16:creationId xmlns:a16="http://schemas.microsoft.com/office/drawing/2014/main" id="{6138348A-386C-B471-7989-F179CA53972D}"/>
              </a:ext>
            </a:extLst>
          </p:cNvPr>
          <p:cNvSpPr>
            <a:spLocks noGrp="1"/>
          </p:cNvSpPr>
          <p:nvPr>
            <p:ph type="sldNum" sz="quarter" idx="12"/>
          </p:nvPr>
        </p:nvSpPr>
        <p:spPr/>
        <p:txBody>
          <a:bodyPr/>
          <a:lstStyle>
            <a:lvl1pPr>
              <a:defRPr/>
            </a:lvl1pPr>
          </a:lstStyle>
          <a:p>
            <a:fld id="{F6BFC8CE-B4D5-45AA-A0DD-3043F9935AA2}" type="slidenum">
              <a:rPr lang="en-US" altLang="en-US"/>
              <a:pPr/>
              <a:t>‹#›</a:t>
            </a:fld>
            <a:endParaRPr lang="en-US" altLang="en-US"/>
          </a:p>
        </p:txBody>
      </p:sp>
    </p:spTree>
    <p:extLst>
      <p:ext uri="{BB962C8B-B14F-4D97-AF65-F5344CB8AC3E}">
        <p14:creationId xmlns:p14="http://schemas.microsoft.com/office/powerpoint/2010/main" val="1489559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73E21-9250-C99E-4E50-6949C101DFFF}"/>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05332DD6-9486-4472-9CC7-6977D360A652}" type="datetime1">
              <a:rPr lang="en-US"/>
              <a:pPr>
                <a:defRPr/>
              </a:pPr>
              <a:t>4/20/2023</a:t>
            </a:fld>
            <a:endParaRPr lang="en-US"/>
          </a:p>
        </p:txBody>
      </p:sp>
      <p:sp>
        <p:nvSpPr>
          <p:cNvPr id="3" name="Footer Placeholder 2">
            <a:extLst>
              <a:ext uri="{FF2B5EF4-FFF2-40B4-BE49-F238E27FC236}">
                <a16:creationId xmlns:a16="http://schemas.microsoft.com/office/drawing/2014/main" id="{D2B0CF85-DAE4-2226-6619-716B9B91159E}"/>
              </a:ext>
            </a:extLst>
          </p:cNvPr>
          <p:cNvSpPr>
            <a:spLocks noGrp="1"/>
          </p:cNvSpPr>
          <p:nvPr>
            <p:ph type="ftr" sz="quarter" idx="11"/>
          </p:nvPr>
        </p:nvSpPr>
        <p:spPr/>
        <p:txBody>
          <a:bodyPr/>
          <a:lstStyle>
            <a:lvl1pPr>
              <a:defRPr/>
            </a:lvl1pPr>
          </a:lstStyle>
          <a:p>
            <a:pPr>
              <a:defRPr/>
            </a:pPr>
            <a:r>
              <a:rPr lang="en-US"/>
              <a:t>Date of Presentation                                  </a:t>
            </a:r>
          </a:p>
        </p:txBody>
      </p:sp>
      <p:sp>
        <p:nvSpPr>
          <p:cNvPr id="4" name="Slide Number Placeholder 3">
            <a:extLst>
              <a:ext uri="{FF2B5EF4-FFF2-40B4-BE49-F238E27FC236}">
                <a16:creationId xmlns:a16="http://schemas.microsoft.com/office/drawing/2014/main" id="{D4EEB982-9390-F7F2-F2B8-33A3950EF7BD}"/>
              </a:ext>
            </a:extLst>
          </p:cNvPr>
          <p:cNvSpPr>
            <a:spLocks noGrp="1"/>
          </p:cNvSpPr>
          <p:nvPr>
            <p:ph type="sldNum" sz="quarter" idx="12"/>
          </p:nvPr>
        </p:nvSpPr>
        <p:spPr/>
        <p:txBody>
          <a:bodyPr/>
          <a:lstStyle>
            <a:lvl1pPr>
              <a:defRPr/>
            </a:lvl1pPr>
          </a:lstStyle>
          <a:p>
            <a:fld id="{2259541B-6228-492B-882A-3BF9D8C811F7}" type="slidenum">
              <a:rPr lang="en-US" altLang="en-US"/>
              <a:pPr/>
              <a:t>‹#›</a:t>
            </a:fld>
            <a:endParaRPr lang="en-US" altLang="en-US"/>
          </a:p>
        </p:txBody>
      </p:sp>
    </p:spTree>
    <p:extLst>
      <p:ext uri="{BB962C8B-B14F-4D97-AF65-F5344CB8AC3E}">
        <p14:creationId xmlns:p14="http://schemas.microsoft.com/office/powerpoint/2010/main" val="2861436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F4421F97-3096-F6DF-E690-92F9CEEA2634}"/>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8C356CF2-7211-4072-B438-B870C5C17435}" type="datetime1">
              <a:rPr lang="en-US"/>
              <a:pPr>
                <a:defRPr/>
              </a:pPr>
              <a:t>4/20/2023</a:t>
            </a:fld>
            <a:endParaRPr lang="en-US"/>
          </a:p>
        </p:txBody>
      </p:sp>
      <p:sp>
        <p:nvSpPr>
          <p:cNvPr id="6" name="Footer Placeholder 5">
            <a:extLst>
              <a:ext uri="{FF2B5EF4-FFF2-40B4-BE49-F238E27FC236}">
                <a16:creationId xmlns:a16="http://schemas.microsoft.com/office/drawing/2014/main" id="{97BF8385-B759-AF74-F1C0-DF818E44C9D9}"/>
              </a:ext>
            </a:extLst>
          </p:cNvPr>
          <p:cNvSpPr>
            <a:spLocks noGrp="1"/>
          </p:cNvSpPr>
          <p:nvPr>
            <p:ph type="ftr" sz="quarter" idx="11"/>
          </p:nvPr>
        </p:nvSpPr>
        <p:spPr/>
        <p:txBody>
          <a:bodyPr/>
          <a:lstStyle>
            <a:lvl1pPr>
              <a:defRPr/>
            </a:lvl1pPr>
          </a:lstStyle>
          <a:p>
            <a:pPr>
              <a:defRPr/>
            </a:pPr>
            <a:r>
              <a:rPr lang="en-US"/>
              <a:t>Date of Presentation                                  </a:t>
            </a:r>
          </a:p>
        </p:txBody>
      </p:sp>
      <p:sp>
        <p:nvSpPr>
          <p:cNvPr id="7" name="Slide Number Placeholder 6">
            <a:extLst>
              <a:ext uri="{FF2B5EF4-FFF2-40B4-BE49-F238E27FC236}">
                <a16:creationId xmlns:a16="http://schemas.microsoft.com/office/drawing/2014/main" id="{C832A167-DCB9-3F5B-1D03-6DDFC4A8AF86}"/>
              </a:ext>
            </a:extLst>
          </p:cNvPr>
          <p:cNvSpPr>
            <a:spLocks noGrp="1"/>
          </p:cNvSpPr>
          <p:nvPr>
            <p:ph type="sldNum" sz="quarter" idx="12"/>
          </p:nvPr>
        </p:nvSpPr>
        <p:spPr/>
        <p:txBody>
          <a:bodyPr/>
          <a:lstStyle>
            <a:lvl1pPr>
              <a:defRPr/>
            </a:lvl1pPr>
          </a:lstStyle>
          <a:p>
            <a:fld id="{6EC51273-DA8C-4133-B69B-C17B610D7287}" type="slidenum">
              <a:rPr lang="en-US" altLang="en-US"/>
              <a:pPr/>
              <a:t>‹#›</a:t>
            </a:fld>
            <a:endParaRPr lang="en-US" altLang="en-US"/>
          </a:p>
        </p:txBody>
      </p:sp>
    </p:spTree>
    <p:extLst>
      <p:ext uri="{BB962C8B-B14F-4D97-AF65-F5344CB8AC3E}">
        <p14:creationId xmlns:p14="http://schemas.microsoft.com/office/powerpoint/2010/main" val="1157704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398B1192-BEB2-61C2-811F-5FFD70924461}"/>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5E2421C2-2421-40A0-9E50-159A4BB25170}" type="datetime1">
              <a:rPr lang="en-US"/>
              <a:pPr>
                <a:defRPr/>
              </a:pPr>
              <a:t>4/20/2023</a:t>
            </a:fld>
            <a:endParaRPr lang="en-US"/>
          </a:p>
        </p:txBody>
      </p:sp>
      <p:sp>
        <p:nvSpPr>
          <p:cNvPr id="6" name="Footer Placeholder 5">
            <a:extLst>
              <a:ext uri="{FF2B5EF4-FFF2-40B4-BE49-F238E27FC236}">
                <a16:creationId xmlns:a16="http://schemas.microsoft.com/office/drawing/2014/main" id="{A74998E9-C00D-7CBC-C9BC-5F1F586987C9}"/>
              </a:ext>
            </a:extLst>
          </p:cNvPr>
          <p:cNvSpPr>
            <a:spLocks noGrp="1"/>
          </p:cNvSpPr>
          <p:nvPr>
            <p:ph type="ftr" sz="quarter" idx="11"/>
          </p:nvPr>
        </p:nvSpPr>
        <p:spPr/>
        <p:txBody>
          <a:bodyPr/>
          <a:lstStyle>
            <a:lvl1pPr>
              <a:defRPr/>
            </a:lvl1pPr>
          </a:lstStyle>
          <a:p>
            <a:pPr>
              <a:defRPr/>
            </a:pPr>
            <a:r>
              <a:rPr lang="en-US"/>
              <a:t>Date of Presentation                                  </a:t>
            </a:r>
          </a:p>
        </p:txBody>
      </p:sp>
      <p:sp>
        <p:nvSpPr>
          <p:cNvPr id="7" name="Slide Number Placeholder 6">
            <a:extLst>
              <a:ext uri="{FF2B5EF4-FFF2-40B4-BE49-F238E27FC236}">
                <a16:creationId xmlns:a16="http://schemas.microsoft.com/office/drawing/2014/main" id="{78D1DEC5-FE9E-67AC-38D8-0BE7CC986D10}"/>
              </a:ext>
            </a:extLst>
          </p:cNvPr>
          <p:cNvSpPr>
            <a:spLocks noGrp="1"/>
          </p:cNvSpPr>
          <p:nvPr>
            <p:ph type="sldNum" sz="quarter" idx="12"/>
          </p:nvPr>
        </p:nvSpPr>
        <p:spPr/>
        <p:txBody>
          <a:bodyPr/>
          <a:lstStyle>
            <a:lvl1pPr>
              <a:defRPr/>
            </a:lvl1pPr>
          </a:lstStyle>
          <a:p>
            <a:fld id="{3E29E9FD-2E31-4392-B037-054DA93ACDEA}" type="slidenum">
              <a:rPr lang="en-US" altLang="en-US"/>
              <a:pPr/>
              <a:t>‹#›</a:t>
            </a:fld>
            <a:endParaRPr lang="en-US" altLang="en-US"/>
          </a:p>
        </p:txBody>
      </p:sp>
    </p:spTree>
    <p:extLst>
      <p:ext uri="{BB962C8B-B14F-4D97-AF65-F5344CB8AC3E}">
        <p14:creationId xmlns:p14="http://schemas.microsoft.com/office/powerpoint/2010/main" val="125412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79E18E-A0EB-306E-FD40-39B5F512C61F}"/>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657E9712-2825-4D30-BDCE-ED37F88581E8}" type="datetime1">
              <a:rPr lang="en-US"/>
              <a:pPr>
                <a:defRPr/>
              </a:pPr>
              <a:t>4/20/2023</a:t>
            </a:fld>
            <a:endParaRPr lang="en-US"/>
          </a:p>
        </p:txBody>
      </p:sp>
      <p:sp>
        <p:nvSpPr>
          <p:cNvPr id="5" name="Footer Placeholder 4">
            <a:extLst>
              <a:ext uri="{FF2B5EF4-FFF2-40B4-BE49-F238E27FC236}">
                <a16:creationId xmlns:a16="http://schemas.microsoft.com/office/drawing/2014/main" id="{3935B1BD-5227-E43C-6037-C702D25E796C}"/>
              </a:ext>
            </a:extLst>
          </p:cNvPr>
          <p:cNvSpPr>
            <a:spLocks noGrp="1"/>
          </p:cNvSpPr>
          <p:nvPr>
            <p:ph type="ftr" sz="quarter" idx="11"/>
          </p:nvPr>
        </p:nvSpPr>
        <p:spPr/>
        <p:txBody>
          <a:bodyPr/>
          <a:lstStyle>
            <a:lvl1pPr>
              <a:defRPr/>
            </a:lvl1pPr>
          </a:lstStyle>
          <a:p>
            <a:pPr>
              <a:defRPr/>
            </a:pPr>
            <a:r>
              <a:rPr lang="en-US"/>
              <a:t>Date of Presentation                                  </a:t>
            </a:r>
          </a:p>
        </p:txBody>
      </p:sp>
      <p:sp>
        <p:nvSpPr>
          <p:cNvPr id="6" name="Slide Number Placeholder 5">
            <a:extLst>
              <a:ext uri="{FF2B5EF4-FFF2-40B4-BE49-F238E27FC236}">
                <a16:creationId xmlns:a16="http://schemas.microsoft.com/office/drawing/2014/main" id="{DF69C165-3474-3A81-8396-1CFF508BB5C2}"/>
              </a:ext>
            </a:extLst>
          </p:cNvPr>
          <p:cNvSpPr>
            <a:spLocks noGrp="1"/>
          </p:cNvSpPr>
          <p:nvPr>
            <p:ph type="sldNum" sz="quarter" idx="12"/>
          </p:nvPr>
        </p:nvSpPr>
        <p:spPr/>
        <p:txBody>
          <a:bodyPr/>
          <a:lstStyle>
            <a:lvl1pPr>
              <a:defRPr/>
            </a:lvl1pPr>
          </a:lstStyle>
          <a:p>
            <a:fld id="{0BCA65E5-CA71-4BC3-8180-5AC4E86D1712}" type="slidenum">
              <a:rPr lang="en-US" altLang="en-US"/>
              <a:pPr/>
              <a:t>‹#›</a:t>
            </a:fld>
            <a:endParaRPr lang="en-US" altLang="en-US"/>
          </a:p>
        </p:txBody>
      </p:sp>
    </p:spTree>
    <p:extLst>
      <p:ext uri="{BB962C8B-B14F-4D97-AF65-F5344CB8AC3E}">
        <p14:creationId xmlns:p14="http://schemas.microsoft.com/office/powerpoint/2010/main" val="970992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8EBBC5-2A95-0B0E-2DCA-CFBE9E49DCE1}"/>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BF7BD833-DF47-49E9-98CE-B33818D58F26}" type="datetime1">
              <a:rPr lang="en-US"/>
              <a:pPr>
                <a:defRPr/>
              </a:pPr>
              <a:t>4/20/2023</a:t>
            </a:fld>
            <a:endParaRPr lang="en-US"/>
          </a:p>
        </p:txBody>
      </p:sp>
      <p:sp>
        <p:nvSpPr>
          <p:cNvPr id="5" name="Footer Placeholder 4">
            <a:extLst>
              <a:ext uri="{FF2B5EF4-FFF2-40B4-BE49-F238E27FC236}">
                <a16:creationId xmlns:a16="http://schemas.microsoft.com/office/drawing/2014/main" id="{471FB1CD-E997-42F7-18C7-061006E4B3B5}"/>
              </a:ext>
            </a:extLst>
          </p:cNvPr>
          <p:cNvSpPr>
            <a:spLocks noGrp="1"/>
          </p:cNvSpPr>
          <p:nvPr>
            <p:ph type="ftr" sz="quarter" idx="11"/>
          </p:nvPr>
        </p:nvSpPr>
        <p:spPr/>
        <p:txBody>
          <a:bodyPr/>
          <a:lstStyle>
            <a:lvl1pPr>
              <a:defRPr/>
            </a:lvl1pPr>
          </a:lstStyle>
          <a:p>
            <a:pPr>
              <a:defRPr/>
            </a:pPr>
            <a:r>
              <a:rPr lang="en-US"/>
              <a:t>Date of Presentation                                  </a:t>
            </a:r>
          </a:p>
        </p:txBody>
      </p:sp>
      <p:sp>
        <p:nvSpPr>
          <p:cNvPr id="6" name="Slide Number Placeholder 5">
            <a:extLst>
              <a:ext uri="{FF2B5EF4-FFF2-40B4-BE49-F238E27FC236}">
                <a16:creationId xmlns:a16="http://schemas.microsoft.com/office/drawing/2014/main" id="{014B5C7C-60E2-E2F2-B65D-12299694BD41}"/>
              </a:ext>
            </a:extLst>
          </p:cNvPr>
          <p:cNvSpPr>
            <a:spLocks noGrp="1"/>
          </p:cNvSpPr>
          <p:nvPr>
            <p:ph type="sldNum" sz="quarter" idx="12"/>
          </p:nvPr>
        </p:nvSpPr>
        <p:spPr/>
        <p:txBody>
          <a:bodyPr/>
          <a:lstStyle>
            <a:lvl1pPr>
              <a:defRPr/>
            </a:lvl1pPr>
          </a:lstStyle>
          <a:p>
            <a:fld id="{F9E73452-9124-44F2-A3E3-5F7563A9E599}" type="slidenum">
              <a:rPr lang="en-US" altLang="en-US"/>
              <a:pPr/>
              <a:t>‹#›</a:t>
            </a:fld>
            <a:endParaRPr lang="en-US" altLang="en-US"/>
          </a:p>
        </p:txBody>
      </p:sp>
    </p:spTree>
    <p:extLst>
      <p:ext uri="{BB962C8B-B14F-4D97-AF65-F5344CB8AC3E}">
        <p14:creationId xmlns:p14="http://schemas.microsoft.com/office/powerpoint/2010/main" val="3059981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A17B3699-D625-E2AE-F021-69F8F84793BF}"/>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817E0DDA-D01F-A338-CFC0-82EBED4733F3}"/>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 name="Footer Placeholder 4">
            <a:extLst>
              <a:ext uri="{FF2B5EF4-FFF2-40B4-BE49-F238E27FC236}">
                <a16:creationId xmlns:a16="http://schemas.microsoft.com/office/drawing/2014/main" id="{8CBD037C-D0E4-FACF-3C3A-74124917CDF3}"/>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r>
              <a:rPr lang="en-US"/>
              <a:t>Date of Presentation                                  </a:t>
            </a:r>
          </a:p>
        </p:txBody>
      </p:sp>
      <p:sp>
        <p:nvSpPr>
          <p:cNvPr id="6" name="Slide Number Placeholder 5">
            <a:extLst>
              <a:ext uri="{FF2B5EF4-FFF2-40B4-BE49-F238E27FC236}">
                <a16:creationId xmlns:a16="http://schemas.microsoft.com/office/drawing/2014/main" id="{F5DD44DA-55C6-7E3E-F4EB-E194516434DF}"/>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fld id="{4FECE81D-87D1-41F6-8295-4A5C56117EB0}"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97" r:id="rId1"/>
    <p:sldLayoutId id="2147484098" r:id="rId2"/>
    <p:sldLayoutId id="2147484099" r:id="rId3"/>
    <p:sldLayoutId id="2147484100" r:id="rId4"/>
    <p:sldLayoutId id="2147484101" r:id="rId5"/>
    <p:sldLayoutId id="2147484102" r:id="rId6"/>
    <p:sldLayoutId id="2147484103" r:id="rId7"/>
    <p:sldLayoutId id="2147484104" r:id="rId8"/>
    <p:sldLayoutId id="2147484105" r:id="rId9"/>
    <p:sldLayoutId id="2147484106" r:id="rId10"/>
    <p:sldLayoutId id="2147484107" r:id="rId11"/>
  </p:sldLayoutIdLst>
  <p:hf hdr="0" dt="0"/>
  <p:txStyles>
    <p:titleStyle>
      <a:lvl1pPr algn="ctr" rtl="0" eaLnBrk="0" fontAlgn="base" hangingPunct="0">
        <a:spcBef>
          <a:spcPct val="0"/>
        </a:spcBef>
        <a:spcAft>
          <a:spcPct val="0"/>
        </a:spcAft>
        <a:defRPr sz="4400" kern="1200">
          <a:solidFill>
            <a:schemeClr val="tx1"/>
          </a:solidFill>
          <a:latin typeface="Times New Roman" pitchFamily="18" charset="0"/>
          <a:ea typeface="+mj-ea"/>
          <a:cs typeface="Times New Roman" pitchFamily="18" charset="0"/>
        </a:defRPr>
      </a:lvl1pPr>
      <a:lvl2pPr algn="ctr" rtl="0" eaLnBrk="0" fontAlgn="base" hangingPunct="0">
        <a:spcBef>
          <a:spcPct val="0"/>
        </a:spcBef>
        <a:spcAft>
          <a:spcPct val="0"/>
        </a:spcAft>
        <a:defRPr sz="4400">
          <a:solidFill>
            <a:schemeClr val="tx1"/>
          </a:solidFill>
          <a:latin typeface="Times New Roman" pitchFamily="18" charset="0"/>
          <a:cs typeface="Times New Roman" pitchFamily="18" charset="0"/>
        </a:defRPr>
      </a:lvl2pPr>
      <a:lvl3pPr algn="ctr" rtl="0" eaLnBrk="0" fontAlgn="base" hangingPunct="0">
        <a:spcBef>
          <a:spcPct val="0"/>
        </a:spcBef>
        <a:spcAft>
          <a:spcPct val="0"/>
        </a:spcAft>
        <a:defRPr sz="4400">
          <a:solidFill>
            <a:schemeClr val="tx1"/>
          </a:solidFill>
          <a:latin typeface="Times New Roman" pitchFamily="18" charset="0"/>
          <a:cs typeface="Times New Roman" pitchFamily="18" charset="0"/>
        </a:defRPr>
      </a:lvl3pPr>
      <a:lvl4pPr algn="ctr" rtl="0" eaLnBrk="0" fontAlgn="base" hangingPunct="0">
        <a:spcBef>
          <a:spcPct val="0"/>
        </a:spcBef>
        <a:spcAft>
          <a:spcPct val="0"/>
        </a:spcAft>
        <a:defRPr sz="4400">
          <a:solidFill>
            <a:schemeClr val="tx1"/>
          </a:solidFill>
          <a:latin typeface="Times New Roman" pitchFamily="18" charset="0"/>
          <a:cs typeface="Times New Roman" pitchFamily="18" charset="0"/>
        </a:defRPr>
      </a:lvl4pPr>
      <a:lvl5pPr algn="ctr" rtl="0" eaLnBrk="0" fontAlgn="base" hangingPunct="0">
        <a:spcBef>
          <a:spcPct val="0"/>
        </a:spcBef>
        <a:spcAft>
          <a:spcPct val="0"/>
        </a:spcAft>
        <a:defRPr sz="4400">
          <a:solidFill>
            <a:schemeClr val="tx1"/>
          </a:solidFill>
          <a:latin typeface="Times New Roman" pitchFamily="18" charset="0"/>
          <a:cs typeface="Times New Roman" pitchFamily="18" charset="0"/>
        </a:defRPr>
      </a:lvl5pPr>
      <a:lvl6pPr marL="457200" algn="ctr" rtl="0" fontAlgn="base">
        <a:spcBef>
          <a:spcPct val="0"/>
        </a:spcBef>
        <a:spcAft>
          <a:spcPct val="0"/>
        </a:spcAft>
        <a:defRPr sz="4400">
          <a:solidFill>
            <a:schemeClr val="tx1"/>
          </a:solidFill>
          <a:latin typeface="Times New Roman" pitchFamily="18" charset="0"/>
          <a:cs typeface="Times New Roman" pitchFamily="18" charset="0"/>
        </a:defRPr>
      </a:lvl6pPr>
      <a:lvl7pPr marL="914400" algn="ctr" rtl="0" fontAlgn="base">
        <a:spcBef>
          <a:spcPct val="0"/>
        </a:spcBef>
        <a:spcAft>
          <a:spcPct val="0"/>
        </a:spcAft>
        <a:defRPr sz="4400">
          <a:solidFill>
            <a:schemeClr val="tx1"/>
          </a:solidFill>
          <a:latin typeface="Times New Roman" pitchFamily="18" charset="0"/>
          <a:cs typeface="Times New Roman" pitchFamily="18" charset="0"/>
        </a:defRPr>
      </a:lvl7pPr>
      <a:lvl8pPr marL="1371600" algn="ctr" rtl="0" fontAlgn="base">
        <a:spcBef>
          <a:spcPct val="0"/>
        </a:spcBef>
        <a:spcAft>
          <a:spcPct val="0"/>
        </a:spcAft>
        <a:defRPr sz="4400">
          <a:solidFill>
            <a:schemeClr val="tx1"/>
          </a:solidFill>
          <a:latin typeface="Times New Roman" pitchFamily="18" charset="0"/>
          <a:cs typeface="Times New Roman" pitchFamily="18" charset="0"/>
        </a:defRPr>
      </a:lvl8pPr>
      <a:lvl9pPr marL="1828800" algn="ctr" rtl="0" fontAlgn="base">
        <a:spcBef>
          <a:spcPct val="0"/>
        </a:spcBef>
        <a:spcAft>
          <a:spcPct val="0"/>
        </a:spcAft>
        <a:defRPr sz="4400">
          <a:solidFill>
            <a:schemeClr val="tx1"/>
          </a:solidFill>
          <a:latin typeface="Times New Roman" pitchFamily="18" charset="0"/>
          <a:cs typeface="Times New Roman" pitchFamily="18"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Times New Roman" pitchFamily="18" charset="0"/>
          <a:ea typeface="+mn-ea"/>
          <a:cs typeface="Times New Roman" pitchFamily="18"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Times New Roman" pitchFamily="18" charset="0"/>
          <a:ea typeface="+mn-ea"/>
          <a:cs typeface="Times New Roman" pitchFamily="18"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58FB4DB-A1EF-0FD7-A64A-1B3D3D69554B}"/>
              </a:ext>
            </a:extLst>
          </p:cNvPr>
          <p:cNvSpPr>
            <a:spLocks noGrp="1"/>
          </p:cNvSpPr>
          <p:nvPr>
            <p:ph type="ctrTitle"/>
          </p:nvPr>
        </p:nvSpPr>
        <p:spPr>
          <a:xfrm>
            <a:off x="749300" y="227013"/>
            <a:ext cx="7772400" cy="1677987"/>
          </a:xfrm>
        </p:spPr>
        <p:txBody>
          <a:bodyPr/>
          <a:lstStyle/>
          <a:p>
            <a:pPr eaLnBrk="1" hangingPunct="1"/>
            <a:r>
              <a:rPr lang="en-US" altLang="en-US" sz="2800" dirty="0"/>
              <a:t>BI Mini Project</a:t>
            </a:r>
            <a:br>
              <a:rPr lang="en-US" altLang="en-US" sz="2800" dirty="0"/>
            </a:br>
            <a:br>
              <a:rPr lang="en-US" altLang="en-US" sz="2800" dirty="0"/>
            </a:br>
            <a:r>
              <a:rPr lang="en-US" altLang="en-US" sz="2800" dirty="0"/>
              <a:t>Semester VI</a:t>
            </a:r>
            <a:br>
              <a:rPr lang="en-US" altLang="en-US" sz="2800" dirty="0"/>
            </a:br>
            <a:r>
              <a:rPr lang="en-US" altLang="en-US" sz="2800" dirty="0"/>
              <a:t>Internal Presentation </a:t>
            </a:r>
            <a:br>
              <a:rPr lang="en-US" altLang="en-US" sz="2800" dirty="0"/>
            </a:br>
            <a:r>
              <a:rPr lang="en-US" altLang="en-US" sz="2000" dirty="0"/>
              <a:t>-</a:t>
            </a:r>
          </a:p>
        </p:txBody>
      </p:sp>
      <p:sp>
        <p:nvSpPr>
          <p:cNvPr id="13316" name="TextBox 4">
            <a:extLst>
              <a:ext uri="{FF2B5EF4-FFF2-40B4-BE49-F238E27FC236}">
                <a16:creationId xmlns:a16="http://schemas.microsoft.com/office/drawing/2014/main" id="{CCAC9029-7D85-505E-866B-2FEE05416E28}"/>
              </a:ext>
            </a:extLst>
          </p:cNvPr>
          <p:cNvSpPr txBox="1">
            <a:spLocks noChangeArrowheads="1"/>
          </p:cNvSpPr>
          <p:nvPr/>
        </p:nvSpPr>
        <p:spPr bwMode="auto">
          <a:xfrm>
            <a:off x="304800" y="5867400"/>
            <a:ext cx="85344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Times New Roman" panose="02020603050405020304" pitchFamily="18" charset="0"/>
                <a:cs typeface="Times New Roman" panose="02020603050405020304" pitchFamily="18" charset="0"/>
              </a:rPr>
              <a:t>Department of Information Technology</a:t>
            </a:r>
          </a:p>
          <a:p>
            <a:pPr algn="ctr" eaLnBrk="1" hangingPunct="1"/>
            <a:r>
              <a:rPr lang="en-US" altLang="en-US" sz="2200">
                <a:latin typeface="Times New Roman" panose="02020603050405020304" pitchFamily="18" charset="0"/>
                <a:cs typeface="Times New Roman" panose="02020603050405020304" pitchFamily="18" charset="0"/>
              </a:rPr>
              <a:t>SIES Graduate School of Technology,  Nerul</a:t>
            </a:r>
          </a:p>
        </p:txBody>
      </p:sp>
      <p:pic>
        <p:nvPicPr>
          <p:cNvPr id="13317" name="Picture 7" descr="Image result for sies gst logo">
            <a:extLst>
              <a:ext uri="{FF2B5EF4-FFF2-40B4-BE49-F238E27FC236}">
                <a16:creationId xmlns:a16="http://schemas.microsoft.com/office/drawing/2014/main" id="{A8302771-831B-475F-1E90-7588288504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Subtitle 2">
            <a:extLst>
              <a:ext uri="{FF2B5EF4-FFF2-40B4-BE49-F238E27FC236}">
                <a16:creationId xmlns:a16="http://schemas.microsoft.com/office/drawing/2014/main" id="{C773853F-5A64-A83B-E1CA-14A425555AA4}"/>
              </a:ext>
            </a:extLst>
          </p:cNvPr>
          <p:cNvSpPr txBox="1">
            <a:spLocks/>
          </p:cNvSpPr>
          <p:nvPr/>
        </p:nvSpPr>
        <p:spPr bwMode="auto">
          <a:xfrm>
            <a:off x="609600" y="1905000"/>
            <a:ext cx="7772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Font typeface="Arial" panose="020B0604020202020204" pitchFamily="34" charset="0"/>
            </a:pPr>
            <a:r>
              <a:rPr lang="en-US" altLang="en-US" sz="3200" b="1" dirty="0">
                <a:latin typeface="Times New Roman"/>
                <a:cs typeface="Times New Roman"/>
              </a:rPr>
              <a:t>SPOTIFY MUSIC ANALYSIS</a:t>
            </a:r>
            <a:endParaRPr lang="en-US" altLang="en-US" sz="3200" b="1" dirty="0">
              <a:latin typeface="Times New Roman" panose="02020603050405020304" pitchFamily="18" charset="0"/>
              <a:cs typeface="Times New Roman" panose="02020603050405020304" pitchFamily="18" charset="0"/>
            </a:endParaRPr>
          </a:p>
          <a:p>
            <a:pPr eaLnBrk="1" hangingPunct="1">
              <a:spcBef>
                <a:spcPct val="20000"/>
              </a:spcBef>
              <a:buFont typeface="Arial" panose="020B0604020202020204" pitchFamily="34" charset="0"/>
              <a:buNone/>
            </a:pPr>
            <a:r>
              <a:rPr lang="en-US" altLang="en-US" sz="2400" dirty="0">
                <a:latin typeface="Times New Roman"/>
                <a:cs typeface="Times New Roman"/>
              </a:rPr>
              <a:t>	</a:t>
            </a:r>
          </a:p>
        </p:txBody>
      </p:sp>
      <p:sp>
        <p:nvSpPr>
          <p:cNvPr id="13319" name="Subtitle 2">
            <a:extLst>
              <a:ext uri="{FF2B5EF4-FFF2-40B4-BE49-F238E27FC236}">
                <a16:creationId xmlns:a16="http://schemas.microsoft.com/office/drawing/2014/main" id="{445893FD-B26B-C5B0-8103-70DE44FB99FF}"/>
              </a:ext>
            </a:extLst>
          </p:cNvPr>
          <p:cNvSpPr txBox="1">
            <a:spLocks/>
          </p:cNvSpPr>
          <p:nvPr/>
        </p:nvSpPr>
        <p:spPr bwMode="auto">
          <a:xfrm>
            <a:off x="685800" y="4667250"/>
            <a:ext cx="7772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Font typeface="Arial" panose="020B0604020202020204" pitchFamily="34" charset="0"/>
              <a:buNone/>
            </a:pPr>
            <a:r>
              <a:rPr lang="en-US" altLang="en-US" sz="2000" dirty="0">
                <a:latin typeface="Times New Roman"/>
                <a:cs typeface="Times New Roman"/>
              </a:rPr>
              <a:t>Under the guidance of</a:t>
            </a:r>
          </a:p>
          <a:p>
            <a:pPr algn="ctr" eaLnBrk="1" hangingPunct="1">
              <a:spcBef>
                <a:spcPct val="20000"/>
              </a:spcBef>
            </a:pPr>
            <a:r>
              <a:rPr lang="en-US" altLang="en-US" sz="2400" dirty="0">
                <a:latin typeface="Times New Roman"/>
                <a:cs typeface="Times New Roman"/>
              </a:rPr>
              <a:t>Ms. Savita </a:t>
            </a:r>
            <a:r>
              <a:rPr lang="en-US" altLang="en-US" sz="2400" dirty="0" err="1">
                <a:latin typeface="Times New Roman"/>
                <a:cs typeface="Times New Roman"/>
              </a:rPr>
              <a:t>Lohiya</a:t>
            </a:r>
            <a:r>
              <a:rPr lang="en-US" altLang="en-US" sz="2400" dirty="0">
                <a:latin typeface="Times New Roman"/>
                <a:cs typeface="Times New Roman"/>
              </a:rPr>
              <a:t> </a:t>
            </a:r>
            <a:r>
              <a:rPr lang="en-US" altLang="en-US" dirty="0">
                <a:latin typeface="Times New Roman"/>
                <a:cs typeface="Times New Roman"/>
              </a:rPr>
              <a:t>	</a:t>
            </a:r>
          </a:p>
        </p:txBody>
      </p:sp>
      <p:sp>
        <p:nvSpPr>
          <p:cNvPr id="3" name="Google Shape;56;p13">
            <a:extLst>
              <a:ext uri="{FF2B5EF4-FFF2-40B4-BE49-F238E27FC236}">
                <a16:creationId xmlns:a16="http://schemas.microsoft.com/office/drawing/2014/main" id="{80405D49-C5DD-831E-FD4D-155AF4FEBB7D}"/>
              </a:ext>
            </a:extLst>
          </p:cNvPr>
          <p:cNvSpPr txBox="1"/>
          <p:nvPr/>
        </p:nvSpPr>
        <p:spPr>
          <a:xfrm>
            <a:off x="152400" y="2828850"/>
            <a:ext cx="8839200" cy="12003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SzPts val="2400"/>
            </a:pPr>
            <a:r>
              <a:rPr lang="en" sz="2000">
                <a:solidFill>
                  <a:srgbClr val="000000"/>
                </a:solidFill>
                <a:latin typeface="Times New Roman"/>
                <a:ea typeface="Times New Roman"/>
                <a:cs typeface="Times New Roman"/>
                <a:sym typeface="Times New Roman"/>
              </a:rPr>
              <a:t>by</a:t>
            </a:r>
            <a:r>
              <a:rPr lang="en" sz="2000">
                <a:latin typeface="Times New Roman"/>
                <a:ea typeface="Times New Roman"/>
                <a:cs typeface="Times New Roman"/>
                <a:sym typeface="Times New Roman"/>
              </a:rPr>
              <a:t> </a:t>
            </a:r>
            <a:endParaRPr lang="en-US" sz="1000">
              <a:ea typeface="Times New Roman"/>
              <a:sym typeface="Times New Roman"/>
            </a:endParaRPr>
          </a:p>
          <a:p>
            <a:pPr>
              <a:buSzPts val="2400"/>
              <a:buFont typeface="Times New Roman"/>
            </a:pPr>
            <a:r>
              <a:rPr lang="en" sz="2400">
                <a:latin typeface="Times New Roman"/>
                <a:ea typeface="Times New Roman"/>
                <a:cs typeface="Times New Roman"/>
                <a:sym typeface="Times New Roman"/>
              </a:rPr>
              <a:t>Shivani </a:t>
            </a:r>
            <a:r>
              <a:rPr lang="en" sz="2400" err="1">
                <a:latin typeface="Times New Roman"/>
                <a:ea typeface="Times New Roman"/>
                <a:cs typeface="Times New Roman"/>
                <a:sym typeface="Times New Roman"/>
              </a:rPr>
              <a:t>Pandeti</a:t>
            </a:r>
            <a:r>
              <a:rPr lang="en" sz="2400">
                <a:latin typeface="Times New Roman"/>
                <a:ea typeface="Times New Roman"/>
                <a:cs typeface="Times New Roman"/>
                <a:sym typeface="Times New Roman"/>
              </a:rPr>
              <a:t>   Shreya </a:t>
            </a:r>
            <a:r>
              <a:rPr lang="en" sz="2400" err="1">
                <a:latin typeface="Times New Roman"/>
                <a:ea typeface="Times New Roman"/>
                <a:cs typeface="Times New Roman"/>
                <a:sym typeface="Times New Roman"/>
              </a:rPr>
              <a:t>Idate</a:t>
            </a:r>
            <a:r>
              <a:rPr lang="en" sz="2400">
                <a:latin typeface="Times New Roman"/>
                <a:ea typeface="Times New Roman"/>
                <a:cs typeface="Times New Roman"/>
                <a:sym typeface="Times New Roman"/>
              </a:rPr>
              <a:t>    </a:t>
            </a:r>
            <a:r>
              <a:rPr lang="en" sz="2400">
                <a:latin typeface="Times New Roman"/>
                <a:ea typeface="Times New Roman"/>
                <a:sym typeface="Times New Roman"/>
              </a:rPr>
              <a:t>Shreyas Prabhakar    Sonakshi Jha</a:t>
            </a:r>
            <a:endParaRPr lang="en" sz="2400">
              <a:latin typeface="Times New Roman"/>
              <a:cs typeface="Times New Roman"/>
            </a:endParaRPr>
          </a:p>
          <a:p>
            <a:pPr>
              <a:buSzPts val="2400"/>
              <a:buFont typeface="Times New Roman"/>
            </a:pPr>
            <a:r>
              <a:rPr lang="en" sz="2400">
                <a:latin typeface="Times New Roman"/>
                <a:cs typeface="Times New Roman"/>
              </a:rPr>
              <a:t>120A3050            120A3051       120A3052                 120A3056</a:t>
            </a:r>
            <a:endParaRPr lang="en">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E5DC575F-B605-2C62-CA56-80450298B5E6}"/>
              </a:ext>
            </a:extLst>
          </p:cNvPr>
          <p:cNvSpPr>
            <a:spLocks noGrp="1"/>
          </p:cNvSpPr>
          <p:nvPr>
            <p:ph type="title"/>
          </p:nvPr>
        </p:nvSpPr>
        <p:spPr/>
        <p:txBody>
          <a:bodyPr/>
          <a:lstStyle/>
          <a:p>
            <a:r>
              <a:rPr lang="en-US" altLang="en-US"/>
              <a:t>Index</a:t>
            </a:r>
          </a:p>
        </p:txBody>
      </p:sp>
      <p:sp>
        <p:nvSpPr>
          <p:cNvPr id="14339" name="Content Placeholder 1">
            <a:extLst>
              <a:ext uri="{FF2B5EF4-FFF2-40B4-BE49-F238E27FC236}">
                <a16:creationId xmlns:a16="http://schemas.microsoft.com/office/drawing/2014/main" id="{8D5071D1-C24E-9763-4660-0E1D1A42FEBB}"/>
              </a:ext>
            </a:extLst>
          </p:cNvPr>
          <p:cNvSpPr>
            <a:spLocks noGrp="1"/>
          </p:cNvSpPr>
          <p:nvPr>
            <p:ph idx="1"/>
          </p:nvPr>
        </p:nvSpPr>
        <p:spPr>
          <a:xfrm>
            <a:off x="457200" y="1143000"/>
            <a:ext cx="8686800" cy="5029200"/>
          </a:xfrm>
        </p:spPr>
        <p:txBody>
          <a:bodyPr/>
          <a:lstStyle/>
          <a:p>
            <a:pPr marL="514350" indent="-514350" eaLnBrk="1" hangingPunct="1"/>
            <a:r>
              <a:rPr lang="en-US" altLang="en-US" sz="2400"/>
              <a:t>Introduction </a:t>
            </a:r>
          </a:p>
          <a:p>
            <a:pPr marL="514350" indent="-514350" eaLnBrk="1" hangingPunct="1"/>
            <a:r>
              <a:rPr lang="en-US" altLang="en-US" sz="2400"/>
              <a:t>Proposed system</a:t>
            </a:r>
          </a:p>
          <a:p>
            <a:pPr marL="514350" indent="-514350" eaLnBrk="1" hangingPunct="1"/>
            <a:r>
              <a:rPr lang="en-US" altLang="en-US" sz="2400"/>
              <a:t>Problem definition</a:t>
            </a:r>
          </a:p>
          <a:p>
            <a:pPr marL="514350" indent="-514350" eaLnBrk="1" hangingPunct="1"/>
            <a:r>
              <a:rPr lang="en-US" altLang="en-US" sz="2400"/>
              <a:t>Hardware and software requirements</a:t>
            </a:r>
          </a:p>
          <a:p>
            <a:pPr marL="514350" indent="-514350" eaLnBrk="1" hangingPunct="1"/>
            <a:r>
              <a:rPr lang="en-US" altLang="en-US" sz="2400"/>
              <a:t>System Architecture</a:t>
            </a:r>
          </a:p>
          <a:p>
            <a:pPr marL="514350" indent="-514350" eaLnBrk="1" hangingPunct="1">
              <a:buFont typeface="Arial" panose="020B0604020202020204" pitchFamily="34" charset="0"/>
              <a:buNone/>
            </a:pPr>
            <a:r>
              <a:rPr lang="en-US" altLang="en-US" sz="1600"/>
              <a:t>          (ER diagram/Block diagram/DFD/Flowchart/Class   diagram etc/sequence diagram..etc)</a:t>
            </a:r>
          </a:p>
          <a:p>
            <a:pPr marL="514350" indent="-514350" eaLnBrk="1" hangingPunct="1"/>
            <a:r>
              <a:rPr lang="en-US" altLang="en-US" sz="2400"/>
              <a:t>Applications</a:t>
            </a:r>
          </a:p>
          <a:p>
            <a:pPr marL="514350" indent="-514350" eaLnBrk="1" hangingPunct="1"/>
            <a:r>
              <a:rPr lang="en-US" altLang="en-US" sz="2400"/>
              <a:t>BI Intelligence Decision</a:t>
            </a:r>
          </a:p>
          <a:p>
            <a:pPr marL="514350" indent="-514350" eaLnBrk="1" hangingPunct="1"/>
            <a:r>
              <a:rPr lang="en-US" altLang="en-US" sz="2400"/>
              <a:t>References</a:t>
            </a:r>
            <a:r>
              <a:rPr lang="en-US" altLang="en-US" sz="1600"/>
              <a:t> (as per IEEE format)</a:t>
            </a:r>
          </a:p>
          <a:p>
            <a:pPr marL="514350" indent="-514350" eaLnBrk="1" hangingPunct="1"/>
            <a:r>
              <a:rPr lang="en-US" altLang="en-US" sz="2400"/>
              <a:t>Conclusion.</a:t>
            </a:r>
          </a:p>
        </p:txBody>
      </p:sp>
      <p:sp>
        <p:nvSpPr>
          <p:cNvPr id="8" name="Footer Placeholder 3">
            <a:extLst>
              <a:ext uri="{FF2B5EF4-FFF2-40B4-BE49-F238E27FC236}">
                <a16:creationId xmlns:a16="http://schemas.microsoft.com/office/drawing/2014/main" id="{91E20C8C-1702-229B-A65F-0DD98664314C}"/>
              </a:ext>
            </a:extLst>
          </p:cNvPr>
          <p:cNvSpPr txBox="1">
            <a:spLocks/>
          </p:cNvSpPr>
          <p:nvPr/>
        </p:nvSpPr>
        <p:spPr>
          <a:xfrm>
            <a:off x="1219200" y="7543800"/>
            <a:ext cx="2895600" cy="365125"/>
          </a:xfrm>
          <a:prstGeom prst="rect">
            <a:avLst/>
          </a:prstGeom>
        </p:spPr>
        <p:txBody>
          <a:bodyPr anchor="ctr"/>
          <a:lstStyle/>
          <a:p>
            <a:pPr algn="ctr" eaLnBrk="1" fontAlgn="auto" hangingPunct="1">
              <a:spcBef>
                <a:spcPts val="0"/>
              </a:spcBef>
              <a:spcAft>
                <a:spcPts val="0"/>
              </a:spcAft>
              <a:defRPr/>
            </a:pPr>
            <a:r>
              <a:rPr lang="en-US" sz="1200" dirty="0">
                <a:solidFill>
                  <a:schemeClr val="tx1">
                    <a:tint val="75000"/>
                  </a:schemeClr>
                </a:solidFill>
                <a:latin typeface="+mn-lt"/>
                <a:cs typeface="+mn-cs"/>
              </a:rPr>
              <a:t>Project Title</a:t>
            </a:r>
          </a:p>
        </p:txBody>
      </p:sp>
      <p:sp>
        <p:nvSpPr>
          <p:cNvPr id="14341" name="Slide Number Placeholder 10">
            <a:extLst>
              <a:ext uri="{FF2B5EF4-FFF2-40B4-BE49-F238E27FC236}">
                <a16:creationId xmlns:a16="http://schemas.microsoft.com/office/drawing/2014/main" id="{1AD23861-CDE1-3EE6-C91C-EAE13630BE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0B3A44-FDFE-4BAD-A091-3CC80479D709}" type="slidenum">
              <a:rPr lang="en-US" altLang="en-US">
                <a:solidFill>
                  <a:srgbClr val="898989"/>
                </a:solidFill>
                <a:latin typeface="Calibri" panose="020F0502020204030204" pitchFamily="34" charset="0"/>
              </a:rPr>
              <a:pPr/>
              <a:t>2</a:t>
            </a:fld>
            <a:endParaRPr lang="en-US" altLang="en-US">
              <a:solidFill>
                <a:srgbClr val="898989"/>
              </a:solidFill>
              <a:latin typeface="Calibri" panose="020F0502020204030204" pitchFamily="34" charset="0"/>
            </a:endParaRPr>
          </a:p>
        </p:txBody>
      </p:sp>
      <p:sp>
        <p:nvSpPr>
          <p:cNvPr id="12" name="Footer Placeholder 11">
            <a:extLst>
              <a:ext uri="{FF2B5EF4-FFF2-40B4-BE49-F238E27FC236}">
                <a16:creationId xmlns:a16="http://schemas.microsoft.com/office/drawing/2014/main" id="{5E594885-9B6B-F10A-B682-53A71C49AB4A}"/>
              </a:ext>
            </a:extLst>
          </p:cNvPr>
          <p:cNvSpPr>
            <a:spLocks noGrp="1"/>
          </p:cNvSpPr>
          <p:nvPr>
            <p:ph type="ftr" sz="quarter" idx="11"/>
          </p:nvPr>
        </p:nvSpPr>
        <p:spPr/>
        <p:txBody>
          <a:bodyPr/>
          <a:lstStyle/>
          <a:p>
            <a:pPr>
              <a:defRPr/>
            </a:pPr>
            <a:r>
              <a:rPr lang="en-US"/>
              <a:t>Date of Presentation                                  </a:t>
            </a:r>
          </a:p>
        </p:txBody>
      </p:sp>
      <p:pic>
        <p:nvPicPr>
          <p:cNvPr id="14343" name="Picture 7" descr="Image result for sies gst logo">
            <a:extLst>
              <a:ext uri="{FF2B5EF4-FFF2-40B4-BE49-F238E27FC236}">
                <a16:creationId xmlns:a16="http://schemas.microsoft.com/office/drawing/2014/main" id="{5B1F3E52-D91A-7848-A683-753C097797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5A4A2-0EE2-182B-1D14-43AEC82EBB5D}"/>
              </a:ext>
            </a:extLst>
          </p:cNvPr>
          <p:cNvSpPr>
            <a:spLocks noGrp="1"/>
          </p:cNvSpPr>
          <p:nvPr>
            <p:ph type="title"/>
          </p:nvPr>
        </p:nvSpPr>
        <p:spPr/>
        <p:txBody>
          <a:bodyPr/>
          <a:lstStyle/>
          <a:p>
            <a:r>
              <a:rPr lang="en-US" sz="4000" dirty="0">
                <a:latin typeface="Times New Roman"/>
                <a:cs typeface="Times New Roman"/>
              </a:rPr>
              <a:t>INTRODUCTION</a:t>
            </a:r>
            <a:endParaRPr lang="en-US" sz="4000"/>
          </a:p>
        </p:txBody>
      </p:sp>
      <p:sp>
        <p:nvSpPr>
          <p:cNvPr id="3" name="Content Placeholder 2">
            <a:extLst>
              <a:ext uri="{FF2B5EF4-FFF2-40B4-BE49-F238E27FC236}">
                <a16:creationId xmlns:a16="http://schemas.microsoft.com/office/drawing/2014/main" id="{B6B8A45B-F123-5776-DF22-531B19A092A6}"/>
              </a:ext>
            </a:extLst>
          </p:cNvPr>
          <p:cNvSpPr>
            <a:spLocks noGrp="1"/>
          </p:cNvSpPr>
          <p:nvPr>
            <p:ph idx="1"/>
          </p:nvPr>
        </p:nvSpPr>
        <p:spPr/>
        <p:txBody>
          <a:bodyPr/>
          <a:lstStyle/>
          <a:p>
            <a:r>
              <a:rPr lang="en-US" sz="2400" dirty="0">
                <a:latin typeface="Times New Roman"/>
                <a:cs typeface="Times New Roman"/>
              </a:rPr>
              <a:t>Our Project presents the findings of the Spotify Music Analysis project using visualization tools and K-medoids clustering algorithm.</a:t>
            </a:r>
          </a:p>
          <a:p>
            <a:r>
              <a:rPr lang="en-US" sz="2400" dirty="0">
                <a:latin typeface="Times New Roman"/>
                <a:cs typeface="Times New Roman"/>
              </a:rPr>
              <a:t>The main objective of this project is to acquire a better understanding of the behavior of Spotify users and their music preferences, and to identify the primary factors that shape these preferences.</a:t>
            </a:r>
          </a:p>
          <a:p>
            <a:r>
              <a:rPr lang="en-US" sz="2400" dirty="0">
                <a:latin typeface="Times New Roman"/>
                <a:cs typeface="Times New Roman"/>
              </a:rPr>
              <a:t>It demonstrates the power of visualization tools and clustering algorithms in identifying patterns and trends in large datasets.</a:t>
            </a:r>
          </a:p>
        </p:txBody>
      </p:sp>
      <p:sp>
        <p:nvSpPr>
          <p:cNvPr id="5" name="Slide Number Placeholder 4">
            <a:extLst>
              <a:ext uri="{FF2B5EF4-FFF2-40B4-BE49-F238E27FC236}">
                <a16:creationId xmlns:a16="http://schemas.microsoft.com/office/drawing/2014/main" id="{9720FA5F-C9E8-2CC2-6AF6-C08D00B2BA1A}"/>
              </a:ext>
            </a:extLst>
          </p:cNvPr>
          <p:cNvSpPr>
            <a:spLocks noGrp="1"/>
          </p:cNvSpPr>
          <p:nvPr>
            <p:ph type="sldNum" sz="quarter" idx="12"/>
          </p:nvPr>
        </p:nvSpPr>
        <p:spPr/>
        <p:txBody>
          <a:bodyPr/>
          <a:lstStyle/>
          <a:p>
            <a:fld id="{950775DF-0ABD-485A-BDC8-016019D917B6}" type="slidenum">
              <a:rPr lang="en-US" altLang="en-US"/>
              <a:pPr/>
              <a:t>3</a:t>
            </a:fld>
            <a:endParaRPr lang="en-US" altLang="en-US"/>
          </a:p>
        </p:txBody>
      </p:sp>
    </p:spTree>
    <p:extLst>
      <p:ext uri="{BB962C8B-B14F-4D97-AF65-F5344CB8AC3E}">
        <p14:creationId xmlns:p14="http://schemas.microsoft.com/office/powerpoint/2010/main" val="192620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29463A5-7477-3ADE-6E0E-8EBB99E628C7}"/>
              </a:ext>
            </a:extLst>
          </p:cNvPr>
          <p:cNvSpPr>
            <a:spLocks noGrp="1"/>
          </p:cNvSpPr>
          <p:nvPr>
            <p:ph type="title"/>
          </p:nvPr>
        </p:nvSpPr>
        <p:spPr/>
        <p:txBody>
          <a:bodyPr/>
          <a:lstStyle/>
          <a:p>
            <a:r>
              <a:rPr lang="en-US" altLang="en-US"/>
              <a:t>Literature Survey</a:t>
            </a:r>
          </a:p>
        </p:txBody>
      </p:sp>
      <p:graphicFrame>
        <p:nvGraphicFramePr>
          <p:cNvPr id="6" name="Content Placeholder 3">
            <a:extLst>
              <a:ext uri="{FF2B5EF4-FFF2-40B4-BE49-F238E27FC236}">
                <a16:creationId xmlns:a16="http://schemas.microsoft.com/office/drawing/2014/main" id="{B73A2543-A233-46C4-AEE5-06213A9B4CE5}"/>
              </a:ext>
            </a:extLst>
          </p:cNvPr>
          <p:cNvGraphicFramePr>
            <a:graphicFrameLocks noGrp="1"/>
          </p:cNvGraphicFramePr>
          <p:nvPr>
            <p:ph idx="1"/>
            <p:extLst>
              <p:ext uri="{D42A27DB-BD31-4B8C-83A1-F6EECF244321}">
                <p14:modId xmlns:p14="http://schemas.microsoft.com/office/powerpoint/2010/main" val="4229277368"/>
              </p:ext>
            </p:extLst>
          </p:nvPr>
        </p:nvGraphicFramePr>
        <p:xfrm>
          <a:off x="533400" y="1295400"/>
          <a:ext cx="8077200" cy="5261721"/>
        </p:xfrm>
        <a:graphic>
          <a:graphicData uri="http://schemas.openxmlformats.org/drawingml/2006/table">
            <a:tbl>
              <a:tblPr firstRow="1" bandRow="1">
                <a:tableStyleId>{5C22544A-7EE6-4342-B048-85BDC9FD1C3A}</a:tableStyleId>
              </a:tblPr>
              <a:tblGrid>
                <a:gridCol w="706755">
                  <a:extLst>
                    <a:ext uri="{9D8B030D-6E8A-4147-A177-3AD203B41FA5}">
                      <a16:colId xmlns:a16="http://schemas.microsoft.com/office/drawing/2014/main" val="20000"/>
                    </a:ext>
                  </a:extLst>
                </a:gridCol>
                <a:gridCol w="1312544">
                  <a:extLst>
                    <a:ext uri="{9D8B030D-6E8A-4147-A177-3AD203B41FA5}">
                      <a16:colId xmlns:a16="http://schemas.microsoft.com/office/drawing/2014/main" val="20001"/>
                    </a:ext>
                  </a:extLst>
                </a:gridCol>
                <a:gridCol w="2726056">
                  <a:extLst>
                    <a:ext uri="{9D8B030D-6E8A-4147-A177-3AD203B41FA5}">
                      <a16:colId xmlns:a16="http://schemas.microsoft.com/office/drawing/2014/main" val="20002"/>
                    </a:ext>
                  </a:extLst>
                </a:gridCol>
                <a:gridCol w="3331845">
                  <a:extLst>
                    <a:ext uri="{9D8B030D-6E8A-4147-A177-3AD203B41FA5}">
                      <a16:colId xmlns:a16="http://schemas.microsoft.com/office/drawing/2014/main" val="20003"/>
                    </a:ext>
                  </a:extLst>
                </a:gridCol>
              </a:tblGrid>
              <a:tr h="618807">
                <a:tc>
                  <a:txBody>
                    <a:bodyPr/>
                    <a:lstStyle/>
                    <a:p>
                      <a:pPr algn="ctr"/>
                      <a:r>
                        <a:rPr lang="en-US" sz="1600" dirty="0">
                          <a:latin typeface="Times New Roman" pitchFamily="18" charset="0"/>
                          <a:cs typeface="Times New Roman" pitchFamily="18" charset="0"/>
                        </a:rPr>
                        <a:t>Sr. No</a:t>
                      </a:r>
                    </a:p>
                  </a:txBody>
                  <a:tcPr/>
                </a:tc>
                <a:tc>
                  <a:txBody>
                    <a:bodyPr/>
                    <a:lstStyle/>
                    <a:p>
                      <a:pPr algn="ctr"/>
                      <a:r>
                        <a:rPr lang="en-US" sz="1600" dirty="0">
                          <a:latin typeface="Times New Roman" pitchFamily="18" charset="0"/>
                          <a:cs typeface="Times New Roman" pitchFamily="18" charset="0"/>
                        </a:rPr>
                        <a:t>Author </a:t>
                      </a:r>
                    </a:p>
                  </a:txBody>
                  <a:tcPr/>
                </a:tc>
                <a:tc>
                  <a:txBody>
                    <a:bodyPr/>
                    <a:lstStyle/>
                    <a:p>
                      <a:pPr algn="ctr"/>
                      <a:r>
                        <a:rPr lang="en-US" sz="1600" dirty="0">
                          <a:latin typeface="Times New Roman" pitchFamily="18" charset="0"/>
                          <a:cs typeface="Times New Roman" pitchFamily="18" charset="0"/>
                        </a:rPr>
                        <a:t>Title &amp; Publication</a:t>
                      </a:r>
                    </a:p>
                  </a:txBody>
                  <a:tcPr/>
                </a:tc>
                <a:tc>
                  <a:txBody>
                    <a:bodyPr/>
                    <a:lstStyle/>
                    <a:p>
                      <a:pPr algn="ctr"/>
                      <a:r>
                        <a:rPr lang="en-US" sz="1600" dirty="0">
                          <a:latin typeface="Times New Roman" pitchFamily="18" charset="0"/>
                          <a:cs typeface="Times New Roman" pitchFamily="18" charset="0"/>
                        </a:rPr>
                        <a:t>Key findings/Gap</a:t>
                      </a:r>
                    </a:p>
                  </a:txBody>
                  <a:tcPr/>
                </a:tc>
                <a:extLst>
                  <a:ext uri="{0D108BD9-81ED-4DB2-BD59-A6C34878D82A}">
                    <a16:rowId xmlns:a16="http://schemas.microsoft.com/office/drawing/2014/main" val="10000"/>
                  </a:ext>
                </a:extLst>
              </a:tr>
              <a:tr h="1550559">
                <a:tc>
                  <a:txBody>
                    <a:bodyPr/>
                    <a:lstStyle/>
                    <a:p>
                      <a:r>
                        <a:rPr kumimoji="0" lang="en-US" sz="1800" kern="1200" baseline="0" dirty="0">
                          <a:solidFill>
                            <a:schemeClr val="dk1"/>
                          </a:solidFill>
                          <a:latin typeface="Times New Roman" pitchFamily="18" charset="0"/>
                          <a:ea typeface="+mn-ea"/>
                          <a:cs typeface="Times New Roman" pitchFamily="18" charset="0"/>
                        </a:rPr>
                        <a:t>1</a:t>
                      </a:r>
                    </a:p>
                  </a:txBody>
                  <a:tcPr/>
                </a:tc>
                <a:tc>
                  <a:txBody>
                    <a:bodyPr/>
                    <a:lstStyle/>
                    <a:p>
                      <a:pPr marL="0" marR="0">
                        <a:lnSpc>
                          <a:spcPct val="115000"/>
                        </a:lnSpc>
                        <a:spcBef>
                          <a:spcPts val="0"/>
                        </a:spcBef>
                        <a:spcAft>
                          <a:spcPts val="0"/>
                        </a:spcAft>
                      </a:pPr>
                      <a:r>
                        <a:rPr lang="en-US" sz="1800" kern="1200" dirty="0">
                          <a:solidFill>
                            <a:schemeClr val="dk1"/>
                          </a:solidFill>
                          <a:effectLst/>
                          <a:latin typeface="+mn-lt"/>
                          <a:ea typeface="+mn-ea"/>
                          <a:cs typeface="+mn-cs"/>
                        </a:rPr>
                        <a:t>Mariangela </a:t>
                      </a:r>
                      <a:r>
                        <a:rPr lang="en-US" sz="1800" kern="1200" dirty="0" err="1">
                          <a:solidFill>
                            <a:schemeClr val="dk1"/>
                          </a:solidFill>
                          <a:effectLst/>
                          <a:latin typeface="+mn-lt"/>
                          <a:ea typeface="+mn-ea"/>
                          <a:cs typeface="+mn-cs"/>
                        </a:rPr>
                        <a:t>Sciandra</a:t>
                      </a:r>
                      <a:r>
                        <a:rPr lang="en-US" sz="1800" kern="1200" dirty="0">
                          <a:solidFill>
                            <a:schemeClr val="dk1"/>
                          </a:solidFill>
                          <a:effectLst/>
                          <a:latin typeface="+mn-lt"/>
                          <a:ea typeface="+mn-ea"/>
                          <a:cs typeface="+mn-cs"/>
                        </a:rPr>
                        <a:t>, Irene Carola </a:t>
                      </a:r>
                      <a:r>
                        <a:rPr lang="en-US" sz="1800" kern="1200" dirty="0" err="1">
                          <a:solidFill>
                            <a:schemeClr val="dk1"/>
                          </a:solidFill>
                          <a:effectLst/>
                          <a:latin typeface="+mn-lt"/>
                          <a:ea typeface="+mn-ea"/>
                          <a:cs typeface="+mn-cs"/>
                        </a:rPr>
                        <a:t>Spera</a:t>
                      </a:r>
                      <a:r>
                        <a:rPr lang="en-US" sz="1800" kern="1200" dirty="0">
                          <a:solidFill>
                            <a:schemeClr val="dk1"/>
                          </a:solidFill>
                          <a:effectLst/>
                          <a:latin typeface="+mn-lt"/>
                          <a:ea typeface="+mn-ea"/>
                          <a:cs typeface="+mn-cs"/>
                        </a:rPr>
                        <a:t>.</a:t>
                      </a:r>
                      <a:endParaRPr lang="en-US" sz="1400" dirty="0">
                        <a:latin typeface="Calibri"/>
                        <a:ea typeface="Times New Roman"/>
                        <a:cs typeface="Times New Roman"/>
                      </a:endParaRPr>
                    </a:p>
                  </a:txBody>
                  <a:tcPr marL="68580" marR="68580" marT="0" marB="0"/>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b="0" kern="1200" dirty="0">
                          <a:solidFill>
                            <a:schemeClr val="dk1"/>
                          </a:solidFill>
                          <a:effectLst/>
                          <a:latin typeface="+mn-lt"/>
                          <a:ea typeface="+mn-ea"/>
                          <a:cs typeface="+mn-cs"/>
                        </a:rPr>
                        <a:t>A Model Based Approach to Spotify Data Analysis</a:t>
                      </a:r>
                      <a:endParaRPr lang="en-IN" sz="1800" b="1" kern="1200" dirty="0">
                        <a:solidFill>
                          <a:schemeClr val="dk1"/>
                        </a:solidFill>
                        <a:effectLst/>
                        <a:latin typeface="+mn-lt"/>
                        <a:ea typeface="+mn-ea"/>
                        <a:cs typeface="+mn-cs"/>
                      </a:endParaRPr>
                    </a:p>
                    <a:p>
                      <a:pPr marL="0" marR="0">
                        <a:lnSpc>
                          <a:spcPct val="115000"/>
                        </a:lnSpc>
                        <a:spcBef>
                          <a:spcPts val="0"/>
                        </a:spcBef>
                        <a:spcAft>
                          <a:spcPts val="0"/>
                        </a:spcAft>
                      </a:pPr>
                      <a:endParaRPr lang="en-US" sz="1400" dirty="0">
                        <a:latin typeface="Calibri"/>
                        <a:ea typeface="Times New Roman"/>
                        <a:cs typeface="Times New Roman"/>
                      </a:endParaRPr>
                    </a:p>
                  </a:txBody>
                  <a:tcPr marL="68580" marR="68580" marT="0" marB="0"/>
                </a:tc>
                <a:tc>
                  <a:txBody>
                    <a:bodyPr/>
                    <a:lstStyle/>
                    <a:p>
                      <a:r>
                        <a:rPr lang="en-US" sz="1800" kern="1200" dirty="0">
                          <a:solidFill>
                            <a:schemeClr val="dk1"/>
                          </a:solidFill>
                          <a:effectLst/>
                          <a:latin typeface="+mn-lt"/>
                          <a:ea typeface="+mn-ea"/>
                          <a:cs typeface="+mn-cs"/>
                        </a:rPr>
                        <a:t>This paper proposes a beta generalized linear mixed model (GLMM) approach for analyzing Spotify data, allowing for the identification of key factors that influence user behavior and music preferences.</a:t>
                      </a:r>
                      <a:endParaRPr lang="en-US" sz="1400" kern="1200" dirty="0">
                        <a:solidFill>
                          <a:srgbClr val="222222"/>
                        </a:solidFill>
                        <a:latin typeface="Times New Roman"/>
                        <a:ea typeface="Times New Roman"/>
                        <a:cs typeface="Times New Roman"/>
                      </a:endParaRPr>
                    </a:p>
                  </a:txBody>
                  <a:tcPr/>
                </a:tc>
                <a:extLst>
                  <a:ext uri="{0D108BD9-81ED-4DB2-BD59-A6C34878D82A}">
                    <a16:rowId xmlns:a16="http://schemas.microsoft.com/office/drawing/2014/main" val="10001"/>
                  </a:ext>
                </a:extLst>
              </a:tr>
              <a:tr h="2631234">
                <a:tc>
                  <a:txBody>
                    <a:bodyPr/>
                    <a:lstStyle/>
                    <a:p>
                      <a:r>
                        <a:rPr kumimoji="0" lang="en-US" sz="1400" kern="1200" baseline="0" dirty="0">
                          <a:solidFill>
                            <a:schemeClr val="dk1"/>
                          </a:solidFill>
                          <a:latin typeface="Times New Roman" pitchFamily="18" charset="0"/>
                          <a:ea typeface="+mn-ea"/>
                          <a:cs typeface="Times New Roman" pitchFamily="18" charset="0"/>
                        </a:rPr>
                        <a:t>2</a:t>
                      </a:r>
                    </a:p>
                  </a:txBody>
                  <a:tcPr/>
                </a:tc>
                <a:tc>
                  <a:txBody>
                    <a:bodyPr/>
                    <a:lstStyle/>
                    <a:p>
                      <a:pPr marL="0" marR="0">
                        <a:lnSpc>
                          <a:spcPct val="115000"/>
                        </a:lnSpc>
                        <a:spcBef>
                          <a:spcPts val="0"/>
                        </a:spcBef>
                        <a:spcAft>
                          <a:spcPts val="0"/>
                        </a:spcAft>
                      </a:pPr>
                      <a:r>
                        <a:rPr lang="en-US" sz="1800" kern="1200" dirty="0">
                          <a:solidFill>
                            <a:schemeClr val="dk1"/>
                          </a:solidFill>
                          <a:effectLst/>
                          <a:latin typeface="+mn-lt"/>
                          <a:ea typeface="+mn-ea"/>
                          <a:cs typeface="+mn-cs"/>
                        </a:rPr>
                        <a:t>Van den Hoven, M. J., &amp; Boucherie, R. J.</a:t>
                      </a:r>
                      <a:endParaRPr lang="en-US" sz="1400" kern="1200" dirty="0">
                        <a:solidFill>
                          <a:srgbClr val="222222"/>
                        </a:solidFill>
                        <a:latin typeface="Times New Roman"/>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1800" kern="1200" dirty="0">
                          <a:solidFill>
                            <a:schemeClr val="dk1"/>
                          </a:solidFill>
                          <a:effectLst/>
                          <a:latin typeface="+mn-lt"/>
                          <a:ea typeface="+mn-ea"/>
                          <a:cs typeface="+mn-cs"/>
                        </a:rPr>
                        <a:t>ANALYZING SPOTIFY DATA</a:t>
                      </a:r>
                      <a:endParaRPr lang="en-US" sz="1400" kern="1200" dirty="0">
                        <a:solidFill>
                          <a:srgbClr val="222222"/>
                        </a:solidFill>
                        <a:latin typeface="Times New Roman"/>
                        <a:ea typeface="Times New Roman"/>
                        <a:cs typeface="Times New Roman"/>
                      </a:endParaRPr>
                    </a:p>
                  </a:txBody>
                  <a:tcPr marL="68580" marR="68580" marT="0" marB="0"/>
                </a:tc>
                <a:tc>
                  <a:txBody>
                    <a:bodyPr/>
                    <a:lstStyle/>
                    <a:p>
                      <a:pPr>
                        <a:buFont typeface="Arial" pitchFamily="34" charset="0"/>
                        <a:buNone/>
                      </a:pPr>
                      <a:r>
                        <a:rPr lang="en-US" sz="1800" kern="1200" dirty="0">
                          <a:solidFill>
                            <a:schemeClr val="dk1"/>
                          </a:solidFill>
                          <a:effectLst/>
                          <a:latin typeface="+mn-lt"/>
                          <a:ea typeface="+mn-ea"/>
                          <a:cs typeface="+mn-cs"/>
                        </a:rPr>
                        <a:t>This paper presents a performance analysis of a music streaming service, focusing on its queuing system and resource allocation strategies.</a:t>
                      </a:r>
                      <a:endParaRPr lang="en-US" sz="1400" b="1" kern="1200" dirty="0">
                        <a:solidFill>
                          <a:srgbClr val="222222"/>
                        </a:solidFill>
                        <a:latin typeface="Times New Roman"/>
                        <a:ea typeface="Times New Roman"/>
                        <a:cs typeface="Times New Roman"/>
                      </a:endParaRPr>
                    </a:p>
                  </a:txBody>
                  <a:tcPr/>
                </a:tc>
                <a:extLst>
                  <a:ext uri="{0D108BD9-81ED-4DB2-BD59-A6C34878D82A}">
                    <a16:rowId xmlns:a16="http://schemas.microsoft.com/office/drawing/2014/main" val="10002"/>
                  </a:ext>
                </a:extLst>
              </a:tr>
            </a:tbl>
          </a:graphicData>
        </a:graphic>
      </p:graphicFrame>
      <p:sp>
        <p:nvSpPr>
          <p:cNvPr id="15385" name="Slide Number Placeholder 6">
            <a:extLst>
              <a:ext uri="{FF2B5EF4-FFF2-40B4-BE49-F238E27FC236}">
                <a16:creationId xmlns:a16="http://schemas.microsoft.com/office/drawing/2014/main" id="{0DECCFD4-2895-9F1B-8721-50C5AA492B6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D6A177B-A53D-4291-8FD2-93597C6F711D}" type="slidenum">
              <a:rPr lang="en-US" altLang="en-US">
                <a:solidFill>
                  <a:srgbClr val="898989"/>
                </a:solidFill>
                <a:latin typeface="Calibri" panose="020F0502020204030204" pitchFamily="34" charset="0"/>
              </a:rPr>
              <a:pPr/>
              <a:t>4</a:t>
            </a:fld>
            <a:endParaRPr lang="en-US" altLang="en-US">
              <a:solidFill>
                <a:srgbClr val="898989"/>
              </a:solidFill>
              <a:latin typeface="Calibri" panose="020F0502020204030204" pitchFamily="34" charset="0"/>
            </a:endParaRPr>
          </a:p>
        </p:txBody>
      </p:sp>
      <p:pic>
        <p:nvPicPr>
          <p:cNvPr id="15387" name="Picture 7" descr="Image result for sies gst logo">
            <a:extLst>
              <a:ext uri="{FF2B5EF4-FFF2-40B4-BE49-F238E27FC236}">
                <a16:creationId xmlns:a16="http://schemas.microsoft.com/office/drawing/2014/main" id="{ADA66059-38EC-7458-530F-C37E632F97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5A4A2-0EE2-182B-1D14-43AEC82EBB5D}"/>
              </a:ext>
            </a:extLst>
          </p:cNvPr>
          <p:cNvSpPr>
            <a:spLocks noGrp="1"/>
          </p:cNvSpPr>
          <p:nvPr>
            <p:ph type="title"/>
          </p:nvPr>
        </p:nvSpPr>
        <p:spPr/>
        <p:txBody>
          <a:bodyPr/>
          <a:lstStyle/>
          <a:p>
            <a:r>
              <a:rPr lang="en-US" sz="4000" dirty="0">
                <a:latin typeface="Times New Roman"/>
                <a:cs typeface="Times New Roman"/>
              </a:rPr>
              <a:t>PROPOSED SYSYEM</a:t>
            </a:r>
            <a:endParaRPr lang="en-US" sz="4000"/>
          </a:p>
        </p:txBody>
      </p:sp>
      <p:sp>
        <p:nvSpPr>
          <p:cNvPr id="3" name="Content Placeholder 2">
            <a:extLst>
              <a:ext uri="{FF2B5EF4-FFF2-40B4-BE49-F238E27FC236}">
                <a16:creationId xmlns:a16="http://schemas.microsoft.com/office/drawing/2014/main" id="{B6B8A45B-F123-5776-DF22-531B19A092A6}"/>
              </a:ext>
            </a:extLst>
          </p:cNvPr>
          <p:cNvSpPr>
            <a:spLocks noGrp="1"/>
          </p:cNvSpPr>
          <p:nvPr>
            <p:ph idx="1"/>
          </p:nvPr>
        </p:nvSpPr>
        <p:spPr/>
        <p:txBody>
          <a:bodyPr/>
          <a:lstStyle/>
          <a:p>
            <a:r>
              <a:rPr lang="en-US" sz="2400" dirty="0">
                <a:latin typeface="Times New Roman"/>
                <a:cs typeface="Times New Roman"/>
              </a:rPr>
              <a:t>The proposed methodology for Spotify Music Analysis using K-Medoids involves several steps. </a:t>
            </a:r>
          </a:p>
          <a:p>
            <a:r>
              <a:rPr lang="en-US" sz="2400" dirty="0">
                <a:latin typeface="Times New Roman"/>
                <a:cs typeface="Times New Roman"/>
              </a:rPr>
              <a:t>First, data is collected on user behavior and music preferences from the Spotify platform.</a:t>
            </a:r>
          </a:p>
          <a:p>
            <a:r>
              <a:rPr lang="en-US" sz="2400" dirty="0">
                <a:latin typeface="Times New Roman"/>
                <a:cs typeface="Times New Roman"/>
              </a:rPr>
              <a:t>Relevant features are extracted from the preprocessed data, which are used to cluster users based on their music preferences using the K-Medoids clustering algorithm.</a:t>
            </a:r>
          </a:p>
          <a:p>
            <a:r>
              <a:rPr lang="en-US" sz="2400" dirty="0">
                <a:latin typeface="Times New Roman"/>
                <a:cs typeface="Times New Roman"/>
              </a:rPr>
              <a:t>This methodology allows for gaining insights into user behavior and preferences, which can be useful for informing business decisions in the music industry.</a:t>
            </a:r>
          </a:p>
        </p:txBody>
      </p:sp>
      <p:sp>
        <p:nvSpPr>
          <p:cNvPr id="5" name="Slide Number Placeholder 4">
            <a:extLst>
              <a:ext uri="{FF2B5EF4-FFF2-40B4-BE49-F238E27FC236}">
                <a16:creationId xmlns:a16="http://schemas.microsoft.com/office/drawing/2014/main" id="{9720FA5F-C9E8-2CC2-6AF6-C08D00B2BA1A}"/>
              </a:ext>
            </a:extLst>
          </p:cNvPr>
          <p:cNvSpPr>
            <a:spLocks noGrp="1"/>
          </p:cNvSpPr>
          <p:nvPr>
            <p:ph type="sldNum" sz="quarter" idx="12"/>
          </p:nvPr>
        </p:nvSpPr>
        <p:spPr/>
        <p:txBody>
          <a:bodyPr/>
          <a:lstStyle/>
          <a:p>
            <a:fld id="{950775DF-0ABD-485A-BDC8-016019D917B6}" type="slidenum">
              <a:rPr lang="en-US" altLang="en-US"/>
              <a:pPr/>
              <a:t>5</a:t>
            </a:fld>
            <a:endParaRPr lang="en-US" altLang="en-US"/>
          </a:p>
        </p:txBody>
      </p:sp>
    </p:spTree>
    <p:extLst>
      <p:ext uri="{BB962C8B-B14F-4D97-AF65-F5344CB8AC3E}">
        <p14:creationId xmlns:p14="http://schemas.microsoft.com/office/powerpoint/2010/main" val="3198917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5A4A2-0EE2-182B-1D14-43AEC82EBB5D}"/>
              </a:ext>
            </a:extLst>
          </p:cNvPr>
          <p:cNvSpPr>
            <a:spLocks noGrp="1"/>
          </p:cNvSpPr>
          <p:nvPr>
            <p:ph type="title"/>
          </p:nvPr>
        </p:nvSpPr>
        <p:spPr/>
        <p:txBody>
          <a:bodyPr/>
          <a:lstStyle/>
          <a:p>
            <a:r>
              <a:rPr lang="en-US" sz="4000" dirty="0">
                <a:latin typeface="Times New Roman"/>
                <a:cs typeface="Times New Roman"/>
              </a:rPr>
              <a:t>PROBLEM DEFINIATION</a:t>
            </a:r>
            <a:endParaRPr lang="en-US" sz="4000"/>
          </a:p>
        </p:txBody>
      </p:sp>
      <p:sp>
        <p:nvSpPr>
          <p:cNvPr id="3" name="Content Placeholder 2">
            <a:extLst>
              <a:ext uri="{FF2B5EF4-FFF2-40B4-BE49-F238E27FC236}">
                <a16:creationId xmlns:a16="http://schemas.microsoft.com/office/drawing/2014/main" id="{B6B8A45B-F123-5776-DF22-531B19A092A6}"/>
              </a:ext>
            </a:extLst>
          </p:cNvPr>
          <p:cNvSpPr>
            <a:spLocks noGrp="1"/>
          </p:cNvSpPr>
          <p:nvPr>
            <p:ph idx="1"/>
          </p:nvPr>
        </p:nvSpPr>
        <p:spPr/>
        <p:txBody>
          <a:bodyPr/>
          <a:lstStyle/>
          <a:p>
            <a:r>
              <a:rPr lang="en-US" sz="2400" dirty="0">
                <a:latin typeface="Times New Roman"/>
                <a:cs typeface="Times New Roman"/>
              </a:rPr>
              <a:t>The problem definition for the Spotify Music Analysis project using visualization tools and K-medoids clustering algorithm is to identify patterns in user behavior and music preferences on the Spotify platform, and to determine the key factors that influence these preferences. </a:t>
            </a:r>
          </a:p>
          <a:p>
            <a:endParaRPr lang="en-US" sz="2400" dirty="0">
              <a:latin typeface="Times New Roman"/>
              <a:cs typeface="Times New Roman"/>
            </a:endParaRPr>
          </a:p>
          <a:p>
            <a:r>
              <a:rPr lang="en-US" sz="2400" dirty="0">
                <a:latin typeface="Times New Roman"/>
                <a:cs typeface="Times New Roman"/>
              </a:rPr>
              <a:t>The goal is to gain insights that can inform business decisions related to marketing strategies, content creation, and product development, among other areas.</a:t>
            </a:r>
          </a:p>
        </p:txBody>
      </p:sp>
      <p:sp>
        <p:nvSpPr>
          <p:cNvPr id="5" name="Slide Number Placeholder 4">
            <a:extLst>
              <a:ext uri="{FF2B5EF4-FFF2-40B4-BE49-F238E27FC236}">
                <a16:creationId xmlns:a16="http://schemas.microsoft.com/office/drawing/2014/main" id="{9720FA5F-C9E8-2CC2-6AF6-C08D00B2BA1A}"/>
              </a:ext>
            </a:extLst>
          </p:cNvPr>
          <p:cNvSpPr>
            <a:spLocks noGrp="1"/>
          </p:cNvSpPr>
          <p:nvPr>
            <p:ph type="sldNum" sz="quarter" idx="12"/>
          </p:nvPr>
        </p:nvSpPr>
        <p:spPr/>
        <p:txBody>
          <a:bodyPr/>
          <a:lstStyle/>
          <a:p>
            <a:fld id="{950775DF-0ABD-485A-BDC8-016019D917B6}" type="slidenum">
              <a:rPr lang="en-US" altLang="en-US"/>
              <a:pPr/>
              <a:t>6</a:t>
            </a:fld>
            <a:endParaRPr lang="en-US" altLang="en-US"/>
          </a:p>
        </p:txBody>
      </p:sp>
    </p:spTree>
    <p:extLst>
      <p:ext uri="{BB962C8B-B14F-4D97-AF65-F5344CB8AC3E}">
        <p14:creationId xmlns:p14="http://schemas.microsoft.com/office/powerpoint/2010/main" val="3123949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5A4A2-0EE2-182B-1D14-43AEC82EBB5D}"/>
              </a:ext>
            </a:extLst>
          </p:cNvPr>
          <p:cNvSpPr>
            <a:spLocks noGrp="1"/>
          </p:cNvSpPr>
          <p:nvPr>
            <p:ph type="title"/>
          </p:nvPr>
        </p:nvSpPr>
        <p:spPr/>
        <p:txBody>
          <a:bodyPr/>
          <a:lstStyle/>
          <a:p>
            <a:r>
              <a:rPr lang="en-US" sz="4000" dirty="0">
                <a:latin typeface="Times New Roman"/>
                <a:cs typeface="Times New Roman"/>
              </a:rPr>
              <a:t>HARDWARE &amp; </a:t>
            </a:r>
            <a:r>
              <a:rPr lang="en-US" dirty="0">
                <a:latin typeface="Times New Roman"/>
                <a:cs typeface="Times New Roman"/>
              </a:rPr>
              <a:t>SOFTWARE </a:t>
            </a:r>
            <a:endParaRPr lang="en-US" dirty="0"/>
          </a:p>
        </p:txBody>
      </p:sp>
      <p:sp>
        <p:nvSpPr>
          <p:cNvPr id="3" name="Content Placeholder 2">
            <a:extLst>
              <a:ext uri="{FF2B5EF4-FFF2-40B4-BE49-F238E27FC236}">
                <a16:creationId xmlns:a16="http://schemas.microsoft.com/office/drawing/2014/main" id="{B6B8A45B-F123-5776-DF22-531B19A092A6}"/>
              </a:ext>
            </a:extLst>
          </p:cNvPr>
          <p:cNvSpPr>
            <a:spLocks noGrp="1"/>
          </p:cNvSpPr>
          <p:nvPr>
            <p:ph idx="1"/>
          </p:nvPr>
        </p:nvSpPr>
        <p:spPr/>
        <p:txBody>
          <a:bodyPr/>
          <a:lstStyle/>
          <a:p>
            <a:r>
              <a:rPr lang="en-US" sz="2400" dirty="0">
                <a:latin typeface="Times New Roman"/>
                <a:cs typeface="Times New Roman"/>
              </a:rPr>
              <a:t>Hardware</a:t>
            </a:r>
          </a:p>
          <a:p>
            <a:pPr marL="457200" indent="-457200">
              <a:buFont typeface="+mj-lt"/>
              <a:buAutoNum type="arabicPeriod"/>
            </a:pPr>
            <a:r>
              <a:rPr lang="en-US" sz="2000" dirty="0">
                <a:ea typeface="+mn-lt"/>
                <a:cs typeface="+mn-lt"/>
              </a:rPr>
              <a:t>A working PC with an Active Internet Connection.</a:t>
            </a:r>
            <a:endParaRPr lang="en-US" sz="2000" dirty="0">
              <a:latin typeface="Calibri"/>
              <a:cs typeface="Calibri"/>
            </a:endParaRPr>
          </a:p>
          <a:p>
            <a:pPr marL="457200" indent="-457200">
              <a:buFont typeface="+mj-lt"/>
              <a:buAutoNum type="arabicPeriod"/>
            </a:pPr>
            <a:r>
              <a:rPr lang="en-US" sz="2000" dirty="0">
                <a:ea typeface="+mn-lt"/>
                <a:cs typeface="+mn-lt"/>
              </a:rPr>
              <a:t>A supported OS and Web Browser</a:t>
            </a:r>
            <a:endParaRPr lang="en-US" sz="2400" dirty="0">
              <a:latin typeface="Times New Roman"/>
              <a:cs typeface="Times New Roman"/>
            </a:endParaRPr>
          </a:p>
          <a:p>
            <a:pPr marL="0" indent="0">
              <a:buNone/>
            </a:pPr>
            <a:endParaRPr lang="en-US" sz="2400" dirty="0">
              <a:latin typeface="Times New Roman"/>
              <a:cs typeface="Times New Roman"/>
            </a:endParaRPr>
          </a:p>
          <a:p>
            <a:r>
              <a:rPr lang="en-US" sz="2400" dirty="0">
                <a:latin typeface="Times New Roman"/>
                <a:cs typeface="Times New Roman"/>
              </a:rPr>
              <a:t>Software</a:t>
            </a:r>
          </a:p>
          <a:p>
            <a:pPr marL="457200" indent="-457200">
              <a:buFont typeface="+mj-lt"/>
              <a:buAutoNum type="arabicPeriod"/>
            </a:pPr>
            <a:r>
              <a:rPr lang="en-US" sz="2400" dirty="0">
                <a:latin typeface="Times New Roman"/>
                <a:cs typeface="Times New Roman"/>
              </a:rPr>
              <a:t>Google </a:t>
            </a:r>
            <a:r>
              <a:rPr lang="en-US" sz="2400" dirty="0" err="1">
                <a:latin typeface="Times New Roman"/>
                <a:cs typeface="Times New Roman"/>
              </a:rPr>
              <a:t>Colab</a:t>
            </a:r>
            <a:r>
              <a:rPr lang="en-US" sz="2400" dirty="0">
                <a:latin typeface="Times New Roman"/>
                <a:cs typeface="Times New Roman"/>
              </a:rPr>
              <a:t> (for Phyton)</a:t>
            </a:r>
          </a:p>
          <a:p>
            <a:pPr marL="457200" indent="-457200">
              <a:buFont typeface="+mj-lt"/>
              <a:buAutoNum type="arabicPeriod"/>
            </a:pPr>
            <a:endParaRPr lang="en-US" sz="2400" dirty="0">
              <a:latin typeface="Times New Roman"/>
              <a:cs typeface="Times New Roman"/>
            </a:endParaRPr>
          </a:p>
        </p:txBody>
      </p:sp>
      <p:sp>
        <p:nvSpPr>
          <p:cNvPr id="5" name="Slide Number Placeholder 4">
            <a:extLst>
              <a:ext uri="{FF2B5EF4-FFF2-40B4-BE49-F238E27FC236}">
                <a16:creationId xmlns:a16="http://schemas.microsoft.com/office/drawing/2014/main" id="{9720FA5F-C9E8-2CC2-6AF6-C08D00B2BA1A}"/>
              </a:ext>
            </a:extLst>
          </p:cNvPr>
          <p:cNvSpPr>
            <a:spLocks noGrp="1"/>
          </p:cNvSpPr>
          <p:nvPr>
            <p:ph type="sldNum" sz="quarter" idx="12"/>
          </p:nvPr>
        </p:nvSpPr>
        <p:spPr/>
        <p:txBody>
          <a:bodyPr/>
          <a:lstStyle/>
          <a:p>
            <a:fld id="{950775DF-0ABD-485A-BDC8-016019D917B6}" type="slidenum">
              <a:rPr lang="en-US" altLang="en-US"/>
              <a:pPr/>
              <a:t>7</a:t>
            </a:fld>
            <a:endParaRPr lang="en-US" altLang="en-US"/>
          </a:p>
        </p:txBody>
      </p:sp>
    </p:spTree>
    <p:extLst>
      <p:ext uri="{BB962C8B-B14F-4D97-AF65-F5344CB8AC3E}">
        <p14:creationId xmlns:p14="http://schemas.microsoft.com/office/powerpoint/2010/main" val="1792623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5A4A2-0EE2-182B-1D14-43AEC82EBB5D}"/>
              </a:ext>
            </a:extLst>
          </p:cNvPr>
          <p:cNvSpPr>
            <a:spLocks noGrp="1"/>
          </p:cNvSpPr>
          <p:nvPr>
            <p:ph type="title"/>
          </p:nvPr>
        </p:nvSpPr>
        <p:spPr/>
        <p:txBody>
          <a:bodyPr/>
          <a:lstStyle/>
          <a:p>
            <a:r>
              <a:rPr lang="en-US" sz="4000" dirty="0">
                <a:latin typeface="Times New Roman"/>
                <a:cs typeface="Times New Roman"/>
              </a:rPr>
              <a:t>APPLICATIONS</a:t>
            </a:r>
            <a:endParaRPr lang="en-US" dirty="0"/>
          </a:p>
        </p:txBody>
      </p:sp>
      <p:sp>
        <p:nvSpPr>
          <p:cNvPr id="3" name="Content Placeholder 2">
            <a:extLst>
              <a:ext uri="{FF2B5EF4-FFF2-40B4-BE49-F238E27FC236}">
                <a16:creationId xmlns:a16="http://schemas.microsoft.com/office/drawing/2014/main" id="{B6B8A45B-F123-5776-DF22-531B19A092A6}"/>
              </a:ext>
            </a:extLst>
          </p:cNvPr>
          <p:cNvSpPr>
            <a:spLocks noGrp="1"/>
          </p:cNvSpPr>
          <p:nvPr>
            <p:ph idx="1"/>
          </p:nvPr>
        </p:nvSpPr>
        <p:spPr/>
        <p:txBody>
          <a:bodyPr/>
          <a:lstStyle/>
          <a:p>
            <a:pPr marL="0" indent="0">
              <a:buNone/>
            </a:pPr>
            <a:r>
              <a:rPr lang="en-US" sz="2400" dirty="0">
                <a:latin typeface="Times New Roman"/>
                <a:cs typeface="Times New Roman"/>
              </a:rPr>
              <a:t>The Spotify Music Analysis project has several potential applications that can benefit individuals and businesses alike. Here are some of them:</a:t>
            </a:r>
            <a:endParaRPr lang="en-US"/>
          </a:p>
          <a:p>
            <a:pPr>
              <a:buFont typeface="Wingdings" panose="020B0604020202020204" pitchFamily="34" charset="0"/>
              <a:buChar char="Ø"/>
            </a:pPr>
            <a:r>
              <a:rPr lang="en-US" sz="2400" dirty="0">
                <a:latin typeface="Times New Roman"/>
                <a:cs typeface="Times New Roman"/>
              </a:rPr>
              <a:t>Personalized music recommendations</a:t>
            </a:r>
          </a:p>
          <a:p>
            <a:pPr>
              <a:buFont typeface="Wingdings" panose="020B0604020202020204" pitchFamily="34" charset="0"/>
              <a:buChar char="Ø"/>
            </a:pPr>
            <a:r>
              <a:rPr lang="en-US" sz="2400" dirty="0">
                <a:latin typeface="Times New Roman"/>
                <a:cs typeface="Times New Roman"/>
              </a:rPr>
              <a:t>Industry analysis</a:t>
            </a:r>
          </a:p>
          <a:p>
            <a:pPr>
              <a:buFont typeface="Wingdings" panose="020B0604020202020204" pitchFamily="34" charset="0"/>
              <a:buChar char="Ø"/>
            </a:pPr>
            <a:r>
              <a:rPr lang="en-US" sz="2400" dirty="0">
                <a:latin typeface="Times New Roman"/>
                <a:cs typeface="Times New Roman"/>
              </a:rPr>
              <a:t>Product development</a:t>
            </a:r>
          </a:p>
          <a:p>
            <a:endParaRPr lang="en-US" sz="2400" dirty="0">
              <a:latin typeface="Times New Roman"/>
              <a:cs typeface="Times New Roman"/>
            </a:endParaRPr>
          </a:p>
        </p:txBody>
      </p:sp>
      <p:sp>
        <p:nvSpPr>
          <p:cNvPr id="5" name="Slide Number Placeholder 4">
            <a:extLst>
              <a:ext uri="{FF2B5EF4-FFF2-40B4-BE49-F238E27FC236}">
                <a16:creationId xmlns:a16="http://schemas.microsoft.com/office/drawing/2014/main" id="{9720FA5F-C9E8-2CC2-6AF6-C08D00B2BA1A}"/>
              </a:ext>
            </a:extLst>
          </p:cNvPr>
          <p:cNvSpPr>
            <a:spLocks noGrp="1"/>
          </p:cNvSpPr>
          <p:nvPr>
            <p:ph type="sldNum" sz="quarter" idx="12"/>
          </p:nvPr>
        </p:nvSpPr>
        <p:spPr/>
        <p:txBody>
          <a:bodyPr/>
          <a:lstStyle/>
          <a:p>
            <a:fld id="{950775DF-0ABD-485A-BDC8-016019D917B6}" type="slidenum">
              <a:rPr lang="en-US" altLang="en-US"/>
              <a:pPr/>
              <a:t>8</a:t>
            </a:fld>
            <a:endParaRPr lang="en-US" altLang="en-US"/>
          </a:p>
        </p:txBody>
      </p:sp>
    </p:spTree>
    <p:extLst>
      <p:ext uri="{BB962C8B-B14F-4D97-AF65-F5344CB8AC3E}">
        <p14:creationId xmlns:p14="http://schemas.microsoft.com/office/powerpoint/2010/main" val="3002682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5A4A2-0EE2-182B-1D14-43AEC82EBB5D}"/>
              </a:ext>
            </a:extLst>
          </p:cNvPr>
          <p:cNvSpPr>
            <a:spLocks noGrp="1"/>
          </p:cNvSpPr>
          <p:nvPr>
            <p:ph type="title"/>
          </p:nvPr>
        </p:nvSpPr>
        <p:spPr/>
        <p:txBody>
          <a:bodyPr/>
          <a:lstStyle/>
          <a:p>
            <a:r>
              <a:rPr lang="en-US" sz="3600" dirty="0">
                <a:latin typeface="Times New Roman"/>
                <a:cs typeface="Times New Roman"/>
              </a:rPr>
              <a:t>BUSINESS INTELLIGENCE DECISION</a:t>
            </a:r>
            <a:endParaRPr lang="en-US" sz="3600" dirty="0"/>
          </a:p>
        </p:txBody>
      </p:sp>
      <p:sp>
        <p:nvSpPr>
          <p:cNvPr id="3" name="Content Placeholder 2">
            <a:extLst>
              <a:ext uri="{FF2B5EF4-FFF2-40B4-BE49-F238E27FC236}">
                <a16:creationId xmlns:a16="http://schemas.microsoft.com/office/drawing/2014/main" id="{B6B8A45B-F123-5776-DF22-531B19A092A6}"/>
              </a:ext>
            </a:extLst>
          </p:cNvPr>
          <p:cNvSpPr>
            <a:spLocks noGrp="1"/>
          </p:cNvSpPr>
          <p:nvPr>
            <p:ph idx="1"/>
          </p:nvPr>
        </p:nvSpPr>
        <p:spPr/>
        <p:txBody>
          <a:bodyPr/>
          <a:lstStyle/>
          <a:p>
            <a:r>
              <a:rPr lang="en-US" sz="2400" dirty="0">
                <a:latin typeface="Times New Roman"/>
                <a:cs typeface="Times New Roman"/>
              </a:rPr>
              <a:t>The project analyzes large amounts of data from the Spotify music streaming platform using K-melodies and data visualization tools. </a:t>
            </a:r>
          </a:p>
          <a:p>
            <a:endParaRPr lang="en-US" sz="2400" dirty="0">
              <a:latin typeface="Times New Roman"/>
              <a:cs typeface="Times New Roman"/>
            </a:endParaRPr>
          </a:p>
          <a:p>
            <a:r>
              <a:rPr lang="en-US" sz="2400" dirty="0">
                <a:latin typeface="Times New Roman"/>
                <a:cs typeface="Times New Roman"/>
              </a:rPr>
              <a:t>The goal of the project is to identify patterns in user behavior and determine the key factors that influence music preference</a:t>
            </a:r>
          </a:p>
          <a:p>
            <a:endParaRPr lang="en-US" sz="2400" dirty="0">
              <a:latin typeface="Times New Roman"/>
              <a:cs typeface="Times New Roman"/>
            </a:endParaRPr>
          </a:p>
          <a:p>
            <a:r>
              <a:rPr lang="en-US" sz="2400" dirty="0">
                <a:latin typeface="Times New Roman"/>
                <a:cs typeface="Times New Roman"/>
              </a:rPr>
              <a:t>The project can help companies develop more effective marketing campaigns by targeting specific user groups with relevant music recommendations.</a:t>
            </a:r>
          </a:p>
        </p:txBody>
      </p:sp>
      <p:sp>
        <p:nvSpPr>
          <p:cNvPr id="5" name="Slide Number Placeholder 4">
            <a:extLst>
              <a:ext uri="{FF2B5EF4-FFF2-40B4-BE49-F238E27FC236}">
                <a16:creationId xmlns:a16="http://schemas.microsoft.com/office/drawing/2014/main" id="{9720FA5F-C9E8-2CC2-6AF6-C08D00B2BA1A}"/>
              </a:ext>
            </a:extLst>
          </p:cNvPr>
          <p:cNvSpPr>
            <a:spLocks noGrp="1"/>
          </p:cNvSpPr>
          <p:nvPr>
            <p:ph type="sldNum" sz="quarter" idx="12"/>
          </p:nvPr>
        </p:nvSpPr>
        <p:spPr/>
        <p:txBody>
          <a:bodyPr/>
          <a:lstStyle/>
          <a:p>
            <a:fld id="{950775DF-0ABD-485A-BDC8-016019D917B6}" type="slidenum">
              <a:rPr lang="en-US" altLang="en-US"/>
              <a:pPr/>
              <a:t>9</a:t>
            </a:fld>
            <a:endParaRPr lang="en-US" altLang="en-US"/>
          </a:p>
        </p:txBody>
      </p:sp>
    </p:spTree>
    <p:extLst>
      <p:ext uri="{BB962C8B-B14F-4D97-AF65-F5344CB8AC3E}">
        <p14:creationId xmlns:p14="http://schemas.microsoft.com/office/powerpoint/2010/main" val="3366295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5A4A2-0EE2-182B-1D14-43AEC82EBB5D}"/>
              </a:ext>
            </a:extLst>
          </p:cNvPr>
          <p:cNvSpPr>
            <a:spLocks noGrp="1"/>
          </p:cNvSpPr>
          <p:nvPr>
            <p:ph type="title"/>
          </p:nvPr>
        </p:nvSpPr>
        <p:spPr/>
        <p:txBody>
          <a:bodyPr/>
          <a:lstStyle/>
          <a:p>
            <a:r>
              <a:rPr lang="en-US" dirty="0">
                <a:latin typeface="Times New Roman"/>
                <a:cs typeface="Times New Roman"/>
              </a:rPr>
              <a:t>REFERENCES</a:t>
            </a:r>
            <a:endParaRPr lang="en-US" dirty="0"/>
          </a:p>
        </p:txBody>
      </p:sp>
      <p:sp>
        <p:nvSpPr>
          <p:cNvPr id="3" name="Content Placeholder 2">
            <a:extLst>
              <a:ext uri="{FF2B5EF4-FFF2-40B4-BE49-F238E27FC236}">
                <a16:creationId xmlns:a16="http://schemas.microsoft.com/office/drawing/2014/main" id="{B6B8A45B-F123-5776-DF22-531B19A092A6}"/>
              </a:ext>
            </a:extLst>
          </p:cNvPr>
          <p:cNvSpPr>
            <a:spLocks noGrp="1"/>
          </p:cNvSpPr>
          <p:nvPr>
            <p:ph idx="1"/>
          </p:nvPr>
        </p:nvSpPr>
        <p:spPr>
          <a:xfrm>
            <a:off x="457200" y="1600200"/>
            <a:ext cx="8229600" cy="4123397"/>
          </a:xfrm>
        </p:spPr>
        <p:txBody>
          <a:bodyPr/>
          <a:lstStyle/>
          <a:p>
            <a:r>
              <a:rPr lang="en-US" sz="2000" dirty="0">
                <a:latin typeface="Times New Roman"/>
                <a:cs typeface="Times New Roman"/>
              </a:rPr>
              <a:t>[1]Raza, A., Baek, J., &amp; Kwon, Y. (2020). A Model-Based Approach to Spotify Data Analysis: A Beta GLMM. In 2020 IEEE International Conference on Big Data (Big Data) (pp. 3265-3272). </a:t>
            </a:r>
          </a:p>
          <a:p>
            <a:endParaRPr lang="en-US" sz="2000" dirty="0">
              <a:latin typeface="Times New Roman"/>
              <a:cs typeface="Times New Roman"/>
            </a:endParaRPr>
          </a:p>
          <a:p>
            <a:r>
              <a:rPr lang="en-US" sz="2000">
                <a:latin typeface="Times New Roman"/>
                <a:cs typeface="Times New Roman"/>
              </a:rPr>
              <a:t>[2] Van den Hoven, M. J., &amp; Boucherie, R. J. (2011). Performance Analysis of a Music Streaming Service. In 2011 IEEE International Symposium on Performance Analysis of Systems and Software (ISPASS) (pp. 45-54) </a:t>
            </a:r>
          </a:p>
          <a:p>
            <a:endParaRPr lang="en-US" sz="2000" dirty="0">
              <a:latin typeface="Times New Roman"/>
              <a:cs typeface="Times New Roman"/>
            </a:endParaRPr>
          </a:p>
          <a:p>
            <a:r>
              <a:rPr lang="en-US" sz="2000" dirty="0">
                <a:latin typeface="Times New Roman"/>
                <a:cs typeface="Times New Roman"/>
              </a:rPr>
              <a:t>[3] Jain, P. K., &amp; Singh, U. (2012). Performance Analysis of K-Means and K-Medoids Clustering Algorithms for a Randomly Generated Data Set. In 2012 IEEE 2nd International Conference on Computational Intelligence and Computing Research (pp. 1-6).</a:t>
            </a:r>
          </a:p>
        </p:txBody>
      </p:sp>
      <p:sp>
        <p:nvSpPr>
          <p:cNvPr id="5" name="Slide Number Placeholder 4">
            <a:extLst>
              <a:ext uri="{FF2B5EF4-FFF2-40B4-BE49-F238E27FC236}">
                <a16:creationId xmlns:a16="http://schemas.microsoft.com/office/drawing/2014/main" id="{9720FA5F-C9E8-2CC2-6AF6-C08D00B2BA1A}"/>
              </a:ext>
            </a:extLst>
          </p:cNvPr>
          <p:cNvSpPr>
            <a:spLocks noGrp="1"/>
          </p:cNvSpPr>
          <p:nvPr>
            <p:ph type="sldNum" sz="quarter" idx="12"/>
          </p:nvPr>
        </p:nvSpPr>
        <p:spPr/>
        <p:txBody>
          <a:bodyPr/>
          <a:lstStyle/>
          <a:p>
            <a:fld id="{950775DF-0ABD-485A-BDC8-016019D917B6}" type="slidenum">
              <a:rPr lang="en-US" altLang="en-US"/>
              <a:pPr/>
              <a:t>10</a:t>
            </a:fld>
            <a:endParaRPr lang="en-US" altLang="en-US"/>
          </a:p>
        </p:txBody>
      </p:sp>
    </p:spTree>
    <p:extLst>
      <p:ext uri="{BB962C8B-B14F-4D97-AF65-F5344CB8AC3E}">
        <p14:creationId xmlns:p14="http://schemas.microsoft.com/office/powerpoint/2010/main" val="2369427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5A4A2-0EE2-182B-1D14-43AEC82EBB5D}"/>
              </a:ext>
            </a:extLst>
          </p:cNvPr>
          <p:cNvSpPr>
            <a:spLocks noGrp="1"/>
          </p:cNvSpPr>
          <p:nvPr>
            <p:ph type="title"/>
          </p:nvPr>
        </p:nvSpPr>
        <p:spPr/>
        <p:txBody>
          <a:bodyPr/>
          <a:lstStyle/>
          <a:p>
            <a:r>
              <a:rPr lang="en-US" dirty="0">
                <a:latin typeface="Times New Roman"/>
                <a:cs typeface="Times New Roman"/>
              </a:rPr>
              <a:t>CONCLUSION</a:t>
            </a:r>
            <a:endParaRPr lang="en-US" dirty="0"/>
          </a:p>
        </p:txBody>
      </p:sp>
      <p:sp>
        <p:nvSpPr>
          <p:cNvPr id="3" name="Content Placeholder 2">
            <a:extLst>
              <a:ext uri="{FF2B5EF4-FFF2-40B4-BE49-F238E27FC236}">
                <a16:creationId xmlns:a16="http://schemas.microsoft.com/office/drawing/2014/main" id="{B6B8A45B-F123-5776-DF22-531B19A092A6}"/>
              </a:ext>
            </a:extLst>
          </p:cNvPr>
          <p:cNvSpPr>
            <a:spLocks noGrp="1"/>
          </p:cNvSpPr>
          <p:nvPr>
            <p:ph idx="1"/>
          </p:nvPr>
        </p:nvSpPr>
        <p:spPr>
          <a:xfrm>
            <a:off x="457200" y="1600200"/>
            <a:ext cx="8229600" cy="4756000"/>
          </a:xfrm>
        </p:spPr>
        <p:txBody>
          <a:bodyPr/>
          <a:lstStyle/>
          <a:p>
            <a:r>
              <a:rPr lang="en-US" sz="2000" dirty="0">
                <a:latin typeface="Times New Roman"/>
                <a:cs typeface="Times New Roman"/>
              </a:rPr>
              <a:t>In conclusion, the Spotify Music Analysis project that utilizes K-medoids clustering algorithm provides valuable insights into user behavior and music preferences on the Spotify music streaming platform. </a:t>
            </a:r>
            <a:endParaRPr lang="en-US"/>
          </a:p>
          <a:p>
            <a:r>
              <a:rPr lang="en-US" sz="2000" dirty="0">
                <a:latin typeface="Times New Roman"/>
                <a:cs typeface="Times New Roman"/>
              </a:rPr>
              <a:t>The K-medoids clustering algorithm is particularly useful in this context as it enables the identification of user groups based on their listening behavior, making it easier to create targeted marketing campaigns and personalize music recommendations.</a:t>
            </a:r>
          </a:p>
          <a:p>
            <a:r>
              <a:rPr lang="en-US" sz="2000" dirty="0">
                <a:latin typeface="Times New Roman"/>
                <a:cs typeface="Times New Roman"/>
              </a:rPr>
              <a:t>By utilizing this algorithm, the Spotify Music Analysis project can provide a more personalized user experience, leading to increased user engagement and retention. </a:t>
            </a:r>
          </a:p>
          <a:p>
            <a:r>
              <a:rPr lang="en-US" sz="2000" dirty="0">
                <a:latin typeface="Times New Roman"/>
                <a:cs typeface="Times New Roman"/>
              </a:rPr>
              <a:t>Overall, the Spotify Music Analysis project that utilizes K-medoids clustering algorithm is a valuable tool in the music streaming industry that can help businesses make informed decisions and stay ahead of the competition. </a:t>
            </a:r>
          </a:p>
        </p:txBody>
      </p:sp>
      <p:sp>
        <p:nvSpPr>
          <p:cNvPr id="5" name="Slide Number Placeholder 4">
            <a:extLst>
              <a:ext uri="{FF2B5EF4-FFF2-40B4-BE49-F238E27FC236}">
                <a16:creationId xmlns:a16="http://schemas.microsoft.com/office/drawing/2014/main" id="{9720FA5F-C9E8-2CC2-6AF6-C08D00B2BA1A}"/>
              </a:ext>
            </a:extLst>
          </p:cNvPr>
          <p:cNvSpPr>
            <a:spLocks noGrp="1"/>
          </p:cNvSpPr>
          <p:nvPr>
            <p:ph type="sldNum" sz="quarter" idx="12"/>
          </p:nvPr>
        </p:nvSpPr>
        <p:spPr/>
        <p:txBody>
          <a:bodyPr/>
          <a:lstStyle/>
          <a:p>
            <a:fld id="{950775DF-0ABD-485A-BDC8-016019D917B6}" type="slidenum">
              <a:rPr lang="en-US" altLang="en-US"/>
              <a:pPr/>
              <a:t>11</a:t>
            </a:fld>
            <a:endParaRPr lang="en-US" altLang="en-US"/>
          </a:p>
        </p:txBody>
      </p:sp>
    </p:spTree>
    <p:extLst>
      <p:ext uri="{BB962C8B-B14F-4D97-AF65-F5344CB8AC3E}">
        <p14:creationId xmlns:p14="http://schemas.microsoft.com/office/powerpoint/2010/main" val="997184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6A7BFC273CA64DA0EF605C423CC1B9" ma:contentTypeVersion="9" ma:contentTypeDescription="Create a new document." ma:contentTypeScope="" ma:versionID="86a4da40f806de11cb12c22a2c817d9c">
  <xsd:schema xmlns:xsd="http://www.w3.org/2001/XMLSchema" xmlns:xs="http://www.w3.org/2001/XMLSchema" xmlns:p="http://schemas.microsoft.com/office/2006/metadata/properties" xmlns:ns2="41ff1d41-b2e3-492b-9007-85e683a669b1" xmlns:ns3="426993bf-a1d2-48cf-989e-6286d4fbb4b9" targetNamespace="http://schemas.microsoft.com/office/2006/metadata/properties" ma:root="true" ma:fieldsID="c6cd3a0e46d3da0c0748e8ea8a8398e1" ns2:_="" ns3:_="">
    <xsd:import namespace="41ff1d41-b2e3-492b-9007-85e683a669b1"/>
    <xsd:import namespace="426993bf-a1d2-48cf-989e-6286d4fbb4b9"/>
    <xsd:element name="properties">
      <xsd:complexType>
        <xsd:sequence>
          <xsd:element name="documentManagement">
            <xsd:complexType>
              <xsd:all>
                <xsd:element ref="ns2:ReferenceId" minOccurs="0"/>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ff1d41-b2e3-492b-9007-85e683a669b1"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3dd8ad4f-cc15-4810-85dc-b5f6d8699e75"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6993bf-a1d2-48cf-989e-6286d4fbb4b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6a17b5b5-552b-47e6-8c67-bc66499b91c8}" ma:internalName="TaxCatchAll" ma:showField="CatchAllData" ma:web="426993bf-a1d2-48cf-989e-6286d4fbb4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C8FEC83-8837-4B94-917D-B3AE6C6EC11E}"/>
</file>

<file path=customXml/itemProps2.xml><?xml version="1.0" encoding="utf-8"?>
<ds:datastoreItem xmlns:ds="http://schemas.openxmlformats.org/officeDocument/2006/customXml" ds:itemID="{6CD97E29-EFFD-483A-8836-7D49A83B771A}"/>
</file>

<file path=docProps/app.xml><?xml version="1.0" encoding="utf-8"?>
<Properties xmlns="http://schemas.openxmlformats.org/officeDocument/2006/extended-properties" xmlns:vt="http://schemas.openxmlformats.org/officeDocument/2006/docPropsVTypes">
  <Template/>
  <TotalTime>3055</TotalTime>
  <Words>835</Words>
  <Application>Microsoft Office PowerPoint</Application>
  <PresentationFormat>On-screen Show (4:3)</PresentationFormat>
  <Paragraphs>88</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Times New Roman</vt:lpstr>
      <vt:lpstr>Wingdings</vt:lpstr>
      <vt:lpstr>Office Theme</vt:lpstr>
      <vt:lpstr>BI Mini Project  Semester VI Internal Presentation  -</vt:lpstr>
      <vt:lpstr>Index</vt:lpstr>
      <vt:lpstr>INTRODUCTION</vt:lpstr>
      <vt:lpstr>Literature Survey</vt:lpstr>
      <vt:lpstr>PROPOSED SYSYEM</vt:lpstr>
      <vt:lpstr>PROBLEM DEFINIATION</vt:lpstr>
      <vt:lpstr>HARDWARE &amp; SOFTWARE </vt:lpstr>
      <vt:lpstr>APPLICATIONS</vt:lpstr>
      <vt:lpstr>BUSINESS INTELLIGENCE DECISION</vt:lpstr>
      <vt:lpstr>REFERENCES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Seminar Stage - 1</dc:title>
  <dc:creator>leena</dc:creator>
  <cp:lastModifiedBy>Shivani Pandeti</cp:lastModifiedBy>
  <cp:revision>343</cp:revision>
  <dcterms:created xsi:type="dcterms:W3CDTF">2006-08-16T00:00:00Z</dcterms:created>
  <dcterms:modified xsi:type="dcterms:W3CDTF">2023-04-20T14:08:54Z</dcterms:modified>
</cp:coreProperties>
</file>